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60" r:id="rId3"/>
    <p:sldId id="280" r:id="rId4"/>
    <p:sldId id="263" r:id="rId5"/>
    <p:sldId id="262" r:id="rId6"/>
    <p:sldId id="315" r:id="rId7"/>
    <p:sldId id="340" r:id="rId8"/>
    <p:sldId id="333" r:id="rId9"/>
    <p:sldId id="334" r:id="rId10"/>
    <p:sldId id="335" r:id="rId11"/>
    <p:sldId id="336" r:id="rId12"/>
    <p:sldId id="331" r:id="rId13"/>
    <p:sldId id="342" r:id="rId14"/>
    <p:sldId id="343" r:id="rId15"/>
    <p:sldId id="344" r:id="rId16"/>
    <p:sldId id="341" r:id="rId17"/>
    <p:sldId id="339" r:id="rId18"/>
    <p:sldId id="271" r:id="rId1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81D6"/>
    <a:srgbClr val="FEB71A"/>
    <a:srgbClr val="72A7C0"/>
    <a:srgbClr val="705E5F"/>
    <a:srgbClr val="CC82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 snapToGrid="0">
      <p:cViewPr varScale="1">
        <p:scale>
          <a:sx n="59" d="100"/>
          <a:sy n="59" d="100"/>
        </p:scale>
        <p:origin x="7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4" Type="http://schemas.openxmlformats.org/officeDocument/2006/relationships/image" Target="../media/image31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4" Type="http://schemas.openxmlformats.org/officeDocument/2006/relationships/image" Target="../media/image31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154BDF-FE66-425D-BB5A-57592D35A2D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D0874D-9399-4EDA-89F0-D2B45E1A685A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6233BC48-8C70-4A44-A58A-1684868E8B09}" type="parTrans" cxnId="{652B7768-625B-4417-9909-7F914150F3FD}">
      <dgm:prSet/>
      <dgm:spPr/>
      <dgm:t>
        <a:bodyPr/>
        <a:lstStyle/>
        <a:p>
          <a:endParaRPr lang="en-US"/>
        </a:p>
      </dgm:t>
    </dgm:pt>
    <dgm:pt modelId="{3D2D98DC-881A-47D1-9F9D-D3CBBAA06E56}" type="sibTrans" cxnId="{652B7768-625B-4417-9909-7F914150F3FD}">
      <dgm:prSet/>
      <dgm:spPr/>
      <dgm:t>
        <a:bodyPr/>
        <a:lstStyle/>
        <a:p>
          <a:endParaRPr lang="en-US"/>
        </a:p>
      </dgm:t>
    </dgm:pt>
    <dgm:pt modelId="{7D8CEBBD-60EF-4F6C-B316-982A9C8A6A85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Objectives</a:t>
          </a:r>
        </a:p>
      </dgm:t>
    </dgm:pt>
    <dgm:pt modelId="{9665B17D-A7D9-4B81-A5C5-429821F723A3}" type="parTrans" cxnId="{6779B562-D378-46B5-944A-9D47AB1CA2FB}">
      <dgm:prSet/>
      <dgm:spPr/>
      <dgm:t>
        <a:bodyPr/>
        <a:lstStyle/>
        <a:p>
          <a:endParaRPr lang="en-US"/>
        </a:p>
      </dgm:t>
    </dgm:pt>
    <dgm:pt modelId="{79DE64C8-7FE5-4E5D-8630-EC469B7B8735}" type="sibTrans" cxnId="{6779B562-D378-46B5-944A-9D47AB1CA2FB}">
      <dgm:prSet/>
      <dgm:spPr/>
      <dgm:t>
        <a:bodyPr/>
        <a:lstStyle/>
        <a:p>
          <a:endParaRPr lang="en-US"/>
        </a:p>
      </dgm:t>
    </dgm:pt>
    <dgm:pt modelId="{0C47F8C1-1C08-4782-BC7B-303BFEECE50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Related work</a:t>
          </a:r>
        </a:p>
      </dgm:t>
    </dgm:pt>
    <dgm:pt modelId="{529BAD9C-F6F5-4EB5-B1DA-135A7A05082D}" type="parTrans" cxnId="{F0740458-F20E-437D-A015-903B5854111D}">
      <dgm:prSet/>
      <dgm:spPr/>
      <dgm:t>
        <a:bodyPr/>
        <a:lstStyle/>
        <a:p>
          <a:endParaRPr lang="en-US"/>
        </a:p>
      </dgm:t>
    </dgm:pt>
    <dgm:pt modelId="{3AC22477-6BA4-4997-916E-1E6E1AD2D36B}" type="sibTrans" cxnId="{F0740458-F20E-437D-A015-903B5854111D}">
      <dgm:prSet/>
      <dgm:spPr/>
      <dgm:t>
        <a:bodyPr/>
        <a:lstStyle/>
        <a:p>
          <a:endParaRPr lang="en-US"/>
        </a:p>
      </dgm:t>
    </dgm:pt>
    <dgm:pt modelId="{E7B62CE1-1AE7-4D83-81F1-C55B32652059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</a:p>
      </dgm:t>
    </dgm:pt>
    <dgm:pt modelId="{465E18F2-ED2E-4953-941F-7D65CBE3AEAB}" type="parTrans" cxnId="{4A9D63ED-FAC5-4EB9-83BD-592D708D1CFE}">
      <dgm:prSet/>
      <dgm:spPr/>
      <dgm:t>
        <a:bodyPr/>
        <a:lstStyle/>
        <a:p>
          <a:endParaRPr lang="en-US"/>
        </a:p>
      </dgm:t>
    </dgm:pt>
    <dgm:pt modelId="{ADAA6134-F0E6-4BE5-A5D1-CD42CB1F88A7}" type="sibTrans" cxnId="{4A9D63ED-FAC5-4EB9-83BD-592D708D1CFE}">
      <dgm:prSet/>
      <dgm:spPr/>
      <dgm:t>
        <a:bodyPr/>
        <a:lstStyle/>
        <a:p>
          <a:endParaRPr lang="en-US"/>
        </a:p>
      </dgm:t>
    </dgm:pt>
    <dgm:pt modelId="{5507F034-C4CD-45A1-823E-5C36FB54DD00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Results</a:t>
          </a:r>
        </a:p>
      </dgm:t>
    </dgm:pt>
    <dgm:pt modelId="{5175ECC3-6CE1-4404-872E-72181736D225}" type="parTrans" cxnId="{ED3C54C3-066B-4E69-8E8D-E63831A72801}">
      <dgm:prSet/>
      <dgm:spPr/>
      <dgm:t>
        <a:bodyPr/>
        <a:lstStyle/>
        <a:p>
          <a:endParaRPr lang="en-US"/>
        </a:p>
      </dgm:t>
    </dgm:pt>
    <dgm:pt modelId="{C29A92F6-BC58-420B-9D0B-F3B641910710}" type="sibTrans" cxnId="{ED3C54C3-066B-4E69-8E8D-E63831A72801}">
      <dgm:prSet/>
      <dgm:spPr/>
      <dgm:t>
        <a:bodyPr/>
        <a:lstStyle/>
        <a:p>
          <a:endParaRPr lang="en-US"/>
        </a:p>
      </dgm:t>
    </dgm:pt>
    <dgm:pt modelId="{DEEB3CF0-F5FD-4C28-9FBB-A9208965046A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Conclusions</a:t>
          </a:r>
        </a:p>
      </dgm:t>
    </dgm:pt>
    <dgm:pt modelId="{398CF1D3-8923-4EA2-AA4D-A4625DAF05EB}" type="parTrans" cxnId="{FC4A19D2-4698-42AE-9279-C55AFBA448A5}">
      <dgm:prSet/>
      <dgm:spPr/>
      <dgm:t>
        <a:bodyPr/>
        <a:lstStyle/>
        <a:p>
          <a:endParaRPr lang="en-US"/>
        </a:p>
      </dgm:t>
    </dgm:pt>
    <dgm:pt modelId="{A7ADEBDB-EB07-4459-88A4-AE74E6CA292D}" type="sibTrans" cxnId="{FC4A19D2-4698-42AE-9279-C55AFBA448A5}">
      <dgm:prSet/>
      <dgm:spPr/>
      <dgm:t>
        <a:bodyPr/>
        <a:lstStyle/>
        <a:p>
          <a:endParaRPr lang="en-US"/>
        </a:p>
      </dgm:t>
    </dgm:pt>
    <dgm:pt modelId="{7A07FDDE-D1B6-4EDA-9381-C86D2FC4170F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Our Proposed Work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673A96E-B38E-4083-8329-F7F7DF00D22D}" type="parTrans" cxnId="{C10F8DA1-2C63-4433-B8E6-D568917C6E0D}">
      <dgm:prSet/>
      <dgm:spPr/>
      <dgm:t>
        <a:bodyPr/>
        <a:lstStyle/>
        <a:p>
          <a:endParaRPr lang="en-US"/>
        </a:p>
      </dgm:t>
    </dgm:pt>
    <dgm:pt modelId="{602F23A2-C39E-4D09-85C1-199003449644}" type="sibTrans" cxnId="{C10F8DA1-2C63-4433-B8E6-D568917C6E0D}">
      <dgm:prSet/>
      <dgm:spPr/>
      <dgm:t>
        <a:bodyPr/>
        <a:lstStyle/>
        <a:p>
          <a:endParaRPr lang="en-US"/>
        </a:p>
      </dgm:t>
    </dgm:pt>
    <dgm:pt modelId="{E7B80EDE-B63D-4A9E-AED8-160D23B4EDC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References</a:t>
          </a:r>
        </a:p>
      </dgm:t>
    </dgm:pt>
    <dgm:pt modelId="{3D6624AB-773B-4529-BC47-6D3047350E97}" type="parTrans" cxnId="{BE1D52CC-3179-4AD8-BECC-AA699103FAFE}">
      <dgm:prSet/>
      <dgm:spPr/>
      <dgm:t>
        <a:bodyPr/>
        <a:lstStyle/>
        <a:p>
          <a:endParaRPr lang="en-US"/>
        </a:p>
      </dgm:t>
    </dgm:pt>
    <dgm:pt modelId="{315998A0-D70A-49DE-B1F1-1707548640AF}" type="sibTrans" cxnId="{BE1D52CC-3179-4AD8-BECC-AA699103FAFE}">
      <dgm:prSet/>
      <dgm:spPr/>
      <dgm:t>
        <a:bodyPr/>
        <a:lstStyle/>
        <a:p>
          <a:endParaRPr lang="en-US"/>
        </a:p>
      </dgm:t>
    </dgm:pt>
    <dgm:pt modelId="{82935FFA-3B2F-4CC0-8565-E3F49CB2D781}" type="pres">
      <dgm:prSet presAssocID="{D1154BDF-FE66-425D-BB5A-57592D35A2D1}" presName="vert0" presStyleCnt="0">
        <dgm:presLayoutVars>
          <dgm:dir/>
          <dgm:animOne val="branch"/>
          <dgm:animLvl val="lvl"/>
        </dgm:presLayoutVars>
      </dgm:prSet>
      <dgm:spPr/>
    </dgm:pt>
    <dgm:pt modelId="{0018EC32-2672-4ECE-AB9D-640D89AB1DD3}" type="pres">
      <dgm:prSet presAssocID="{76D0874D-9399-4EDA-89F0-D2B45E1A685A}" presName="thickLine" presStyleLbl="alignNode1" presStyleIdx="0" presStyleCnt="8"/>
      <dgm:spPr/>
    </dgm:pt>
    <dgm:pt modelId="{122C1321-6DC6-4782-8E9E-2F8C003C0DC7}" type="pres">
      <dgm:prSet presAssocID="{76D0874D-9399-4EDA-89F0-D2B45E1A685A}" presName="horz1" presStyleCnt="0"/>
      <dgm:spPr/>
    </dgm:pt>
    <dgm:pt modelId="{F95761FF-1342-467A-8CE7-BD88C43F94D0}" type="pres">
      <dgm:prSet presAssocID="{76D0874D-9399-4EDA-89F0-D2B45E1A685A}" presName="tx1" presStyleLbl="revTx" presStyleIdx="0" presStyleCnt="8"/>
      <dgm:spPr/>
    </dgm:pt>
    <dgm:pt modelId="{7D62F065-8FD4-40F0-9982-E0062E6D74DC}" type="pres">
      <dgm:prSet presAssocID="{76D0874D-9399-4EDA-89F0-D2B45E1A685A}" presName="vert1" presStyleCnt="0"/>
      <dgm:spPr/>
    </dgm:pt>
    <dgm:pt modelId="{8AB1EE87-87DC-456D-BA65-C3E4940F045B}" type="pres">
      <dgm:prSet presAssocID="{7D8CEBBD-60EF-4F6C-B316-982A9C8A6A85}" presName="thickLine" presStyleLbl="alignNode1" presStyleIdx="1" presStyleCnt="8"/>
      <dgm:spPr/>
    </dgm:pt>
    <dgm:pt modelId="{26D1DE91-39BE-4B12-B16E-B60CC18990F1}" type="pres">
      <dgm:prSet presAssocID="{7D8CEBBD-60EF-4F6C-B316-982A9C8A6A85}" presName="horz1" presStyleCnt="0"/>
      <dgm:spPr/>
    </dgm:pt>
    <dgm:pt modelId="{80615BF3-B3CB-456C-A997-50D96BDB2059}" type="pres">
      <dgm:prSet presAssocID="{7D8CEBBD-60EF-4F6C-B316-982A9C8A6A85}" presName="tx1" presStyleLbl="revTx" presStyleIdx="1" presStyleCnt="8"/>
      <dgm:spPr/>
    </dgm:pt>
    <dgm:pt modelId="{DE4BDEF8-942F-4FF1-A28F-46F3A5B5AD0C}" type="pres">
      <dgm:prSet presAssocID="{7D8CEBBD-60EF-4F6C-B316-982A9C8A6A85}" presName="vert1" presStyleCnt="0"/>
      <dgm:spPr/>
    </dgm:pt>
    <dgm:pt modelId="{77261B1A-54A6-404C-998E-0D25A059D43A}" type="pres">
      <dgm:prSet presAssocID="{0C47F8C1-1C08-4782-BC7B-303BFEECE501}" presName="thickLine" presStyleLbl="alignNode1" presStyleIdx="2" presStyleCnt="8"/>
      <dgm:spPr/>
    </dgm:pt>
    <dgm:pt modelId="{126C1948-6AAA-4988-8874-2C7DB8617683}" type="pres">
      <dgm:prSet presAssocID="{0C47F8C1-1C08-4782-BC7B-303BFEECE501}" presName="horz1" presStyleCnt="0"/>
      <dgm:spPr/>
    </dgm:pt>
    <dgm:pt modelId="{452092B0-7000-4FD0-BF00-D96CD215160F}" type="pres">
      <dgm:prSet presAssocID="{0C47F8C1-1C08-4782-BC7B-303BFEECE501}" presName="tx1" presStyleLbl="revTx" presStyleIdx="2" presStyleCnt="8"/>
      <dgm:spPr/>
    </dgm:pt>
    <dgm:pt modelId="{64401ADF-7008-4538-924F-4D77F4E3C1E0}" type="pres">
      <dgm:prSet presAssocID="{0C47F8C1-1C08-4782-BC7B-303BFEECE501}" presName="vert1" presStyleCnt="0"/>
      <dgm:spPr/>
    </dgm:pt>
    <dgm:pt modelId="{70EDF891-016D-4B1B-A607-F3D353345504}" type="pres">
      <dgm:prSet presAssocID="{E7B62CE1-1AE7-4D83-81F1-C55B32652059}" presName="thickLine" presStyleLbl="alignNode1" presStyleIdx="3" presStyleCnt="8"/>
      <dgm:spPr/>
    </dgm:pt>
    <dgm:pt modelId="{73A1D7CD-D9E1-4D70-B7BA-0994E9B40E87}" type="pres">
      <dgm:prSet presAssocID="{E7B62CE1-1AE7-4D83-81F1-C55B32652059}" presName="horz1" presStyleCnt="0"/>
      <dgm:spPr/>
    </dgm:pt>
    <dgm:pt modelId="{9764659C-3F0E-4311-ADB3-B4E0E1B2EFA5}" type="pres">
      <dgm:prSet presAssocID="{E7B62CE1-1AE7-4D83-81F1-C55B32652059}" presName="tx1" presStyleLbl="revTx" presStyleIdx="3" presStyleCnt="8"/>
      <dgm:spPr/>
    </dgm:pt>
    <dgm:pt modelId="{1BC4011A-33D5-4EB4-A896-C102C1DE855D}" type="pres">
      <dgm:prSet presAssocID="{E7B62CE1-1AE7-4D83-81F1-C55B32652059}" presName="vert1" presStyleCnt="0"/>
      <dgm:spPr/>
    </dgm:pt>
    <dgm:pt modelId="{81457C36-3934-470E-BE34-C4B7812939C2}" type="pres">
      <dgm:prSet presAssocID="{5507F034-C4CD-45A1-823E-5C36FB54DD00}" presName="thickLine" presStyleLbl="alignNode1" presStyleIdx="4" presStyleCnt="8"/>
      <dgm:spPr/>
    </dgm:pt>
    <dgm:pt modelId="{1CF571E0-E028-40B5-A500-027F29D6C1D4}" type="pres">
      <dgm:prSet presAssocID="{5507F034-C4CD-45A1-823E-5C36FB54DD00}" presName="horz1" presStyleCnt="0"/>
      <dgm:spPr/>
    </dgm:pt>
    <dgm:pt modelId="{FD48635F-8D7B-4CE2-BCAE-A5CD60AA3E34}" type="pres">
      <dgm:prSet presAssocID="{5507F034-C4CD-45A1-823E-5C36FB54DD00}" presName="tx1" presStyleLbl="revTx" presStyleIdx="4" presStyleCnt="8"/>
      <dgm:spPr/>
    </dgm:pt>
    <dgm:pt modelId="{4698B4C6-6052-4312-AF3C-31FB03258883}" type="pres">
      <dgm:prSet presAssocID="{5507F034-C4CD-45A1-823E-5C36FB54DD00}" presName="vert1" presStyleCnt="0"/>
      <dgm:spPr/>
    </dgm:pt>
    <dgm:pt modelId="{C4F0A0B5-7FA7-4773-8745-0F12336D9194}" type="pres">
      <dgm:prSet presAssocID="{DEEB3CF0-F5FD-4C28-9FBB-A9208965046A}" presName="thickLine" presStyleLbl="alignNode1" presStyleIdx="5" presStyleCnt="8"/>
      <dgm:spPr/>
    </dgm:pt>
    <dgm:pt modelId="{95FA21BE-E5FF-43F8-B89E-86A606F554EF}" type="pres">
      <dgm:prSet presAssocID="{DEEB3CF0-F5FD-4C28-9FBB-A9208965046A}" presName="horz1" presStyleCnt="0"/>
      <dgm:spPr/>
    </dgm:pt>
    <dgm:pt modelId="{5FEF7EB5-A798-431F-8AAB-7994C7DBC652}" type="pres">
      <dgm:prSet presAssocID="{DEEB3CF0-F5FD-4C28-9FBB-A9208965046A}" presName="tx1" presStyleLbl="revTx" presStyleIdx="5" presStyleCnt="8"/>
      <dgm:spPr/>
    </dgm:pt>
    <dgm:pt modelId="{395134F4-2B59-4345-92F9-6D12AA36DD5F}" type="pres">
      <dgm:prSet presAssocID="{DEEB3CF0-F5FD-4C28-9FBB-A9208965046A}" presName="vert1" presStyleCnt="0"/>
      <dgm:spPr/>
    </dgm:pt>
    <dgm:pt modelId="{A9330D0C-E396-4206-BEA3-B2E7413A4EF2}" type="pres">
      <dgm:prSet presAssocID="{7A07FDDE-D1B6-4EDA-9381-C86D2FC4170F}" presName="thickLine" presStyleLbl="alignNode1" presStyleIdx="6" presStyleCnt="8"/>
      <dgm:spPr/>
    </dgm:pt>
    <dgm:pt modelId="{23E977B8-F7C0-4B32-98A2-2F08C3CBE5B0}" type="pres">
      <dgm:prSet presAssocID="{7A07FDDE-D1B6-4EDA-9381-C86D2FC4170F}" presName="horz1" presStyleCnt="0"/>
      <dgm:spPr/>
    </dgm:pt>
    <dgm:pt modelId="{B8FCED85-D41A-40D1-9279-9BC513386E8A}" type="pres">
      <dgm:prSet presAssocID="{7A07FDDE-D1B6-4EDA-9381-C86D2FC4170F}" presName="tx1" presStyleLbl="revTx" presStyleIdx="6" presStyleCnt="8"/>
      <dgm:spPr/>
    </dgm:pt>
    <dgm:pt modelId="{6A0AC6CF-9EDA-40F9-9D01-05B8366B9F06}" type="pres">
      <dgm:prSet presAssocID="{7A07FDDE-D1B6-4EDA-9381-C86D2FC4170F}" presName="vert1" presStyleCnt="0"/>
      <dgm:spPr/>
    </dgm:pt>
    <dgm:pt modelId="{9E10FEE0-FDC1-47F5-8F52-86600301A667}" type="pres">
      <dgm:prSet presAssocID="{E7B80EDE-B63D-4A9E-AED8-160D23B4EDCB}" presName="thickLine" presStyleLbl="alignNode1" presStyleIdx="7" presStyleCnt="8"/>
      <dgm:spPr/>
    </dgm:pt>
    <dgm:pt modelId="{E7F3C642-12F4-41F0-90AE-DECF08018C30}" type="pres">
      <dgm:prSet presAssocID="{E7B80EDE-B63D-4A9E-AED8-160D23B4EDCB}" presName="horz1" presStyleCnt="0"/>
      <dgm:spPr/>
    </dgm:pt>
    <dgm:pt modelId="{FE33B992-5695-4D3F-8086-044883105B73}" type="pres">
      <dgm:prSet presAssocID="{E7B80EDE-B63D-4A9E-AED8-160D23B4EDCB}" presName="tx1" presStyleLbl="revTx" presStyleIdx="7" presStyleCnt="8"/>
      <dgm:spPr/>
    </dgm:pt>
    <dgm:pt modelId="{59FE337D-C19F-41B1-A5E9-AF54613FBBFD}" type="pres">
      <dgm:prSet presAssocID="{E7B80EDE-B63D-4A9E-AED8-160D23B4EDCB}" presName="vert1" presStyleCnt="0"/>
      <dgm:spPr/>
    </dgm:pt>
  </dgm:ptLst>
  <dgm:cxnLst>
    <dgm:cxn modelId="{24382019-6726-41E1-86A6-37FAFDBE0A9C}" type="presOf" srcId="{7D8CEBBD-60EF-4F6C-B316-982A9C8A6A85}" destId="{80615BF3-B3CB-456C-A997-50D96BDB2059}" srcOrd="0" destOrd="0" presId="urn:microsoft.com/office/officeart/2008/layout/LinedList"/>
    <dgm:cxn modelId="{DAC5E220-C8E8-4CFF-B1D4-9B2F932BF412}" type="presOf" srcId="{76D0874D-9399-4EDA-89F0-D2B45E1A685A}" destId="{F95761FF-1342-467A-8CE7-BD88C43F94D0}" srcOrd="0" destOrd="0" presId="urn:microsoft.com/office/officeart/2008/layout/LinedList"/>
    <dgm:cxn modelId="{03809C5F-EDFD-4FC3-96F5-F12854FBF733}" type="presOf" srcId="{E7B80EDE-B63D-4A9E-AED8-160D23B4EDCB}" destId="{FE33B992-5695-4D3F-8086-044883105B73}" srcOrd="0" destOrd="0" presId="urn:microsoft.com/office/officeart/2008/layout/LinedList"/>
    <dgm:cxn modelId="{6779B562-D378-46B5-944A-9D47AB1CA2FB}" srcId="{D1154BDF-FE66-425D-BB5A-57592D35A2D1}" destId="{7D8CEBBD-60EF-4F6C-B316-982A9C8A6A85}" srcOrd="1" destOrd="0" parTransId="{9665B17D-A7D9-4B81-A5C5-429821F723A3}" sibTransId="{79DE64C8-7FE5-4E5D-8630-EC469B7B8735}"/>
    <dgm:cxn modelId="{3938F962-F753-4F19-A901-ECBD780366FB}" type="presOf" srcId="{D1154BDF-FE66-425D-BB5A-57592D35A2D1}" destId="{82935FFA-3B2F-4CC0-8565-E3F49CB2D781}" srcOrd="0" destOrd="0" presId="urn:microsoft.com/office/officeart/2008/layout/LinedList"/>
    <dgm:cxn modelId="{652B7768-625B-4417-9909-7F914150F3FD}" srcId="{D1154BDF-FE66-425D-BB5A-57592D35A2D1}" destId="{76D0874D-9399-4EDA-89F0-D2B45E1A685A}" srcOrd="0" destOrd="0" parTransId="{6233BC48-8C70-4A44-A58A-1684868E8B09}" sibTransId="{3D2D98DC-881A-47D1-9F9D-D3CBBAA06E56}"/>
    <dgm:cxn modelId="{6BEB644C-9A2E-425A-9D6F-31724EE3B9C1}" type="presOf" srcId="{7A07FDDE-D1B6-4EDA-9381-C86D2FC4170F}" destId="{B8FCED85-D41A-40D1-9279-9BC513386E8A}" srcOrd="0" destOrd="0" presId="urn:microsoft.com/office/officeart/2008/layout/LinedList"/>
    <dgm:cxn modelId="{99F91050-4DC5-4E38-ACEE-E94F64479C54}" type="presOf" srcId="{DEEB3CF0-F5FD-4C28-9FBB-A9208965046A}" destId="{5FEF7EB5-A798-431F-8AAB-7994C7DBC652}" srcOrd="0" destOrd="0" presId="urn:microsoft.com/office/officeart/2008/layout/LinedList"/>
    <dgm:cxn modelId="{F0740458-F20E-437D-A015-903B5854111D}" srcId="{D1154BDF-FE66-425D-BB5A-57592D35A2D1}" destId="{0C47F8C1-1C08-4782-BC7B-303BFEECE501}" srcOrd="2" destOrd="0" parTransId="{529BAD9C-F6F5-4EB5-B1DA-135A7A05082D}" sibTransId="{3AC22477-6BA4-4997-916E-1E6E1AD2D36B}"/>
    <dgm:cxn modelId="{60EB6084-8B4F-43D6-A8B6-8A805277090D}" type="presOf" srcId="{5507F034-C4CD-45A1-823E-5C36FB54DD00}" destId="{FD48635F-8D7B-4CE2-BCAE-A5CD60AA3E34}" srcOrd="0" destOrd="0" presId="urn:microsoft.com/office/officeart/2008/layout/LinedList"/>
    <dgm:cxn modelId="{2A894C98-71BF-431C-991D-A49F906B5736}" type="presOf" srcId="{E7B62CE1-1AE7-4D83-81F1-C55B32652059}" destId="{9764659C-3F0E-4311-ADB3-B4E0E1B2EFA5}" srcOrd="0" destOrd="0" presId="urn:microsoft.com/office/officeart/2008/layout/LinedList"/>
    <dgm:cxn modelId="{C10F8DA1-2C63-4433-B8E6-D568917C6E0D}" srcId="{D1154BDF-FE66-425D-BB5A-57592D35A2D1}" destId="{7A07FDDE-D1B6-4EDA-9381-C86D2FC4170F}" srcOrd="6" destOrd="0" parTransId="{9673A96E-B38E-4083-8329-F7F7DF00D22D}" sibTransId="{602F23A2-C39E-4D09-85C1-199003449644}"/>
    <dgm:cxn modelId="{AA200FBD-0320-4F1F-BA9D-AC308B98B5BE}" type="presOf" srcId="{0C47F8C1-1C08-4782-BC7B-303BFEECE501}" destId="{452092B0-7000-4FD0-BF00-D96CD215160F}" srcOrd="0" destOrd="0" presId="urn:microsoft.com/office/officeart/2008/layout/LinedList"/>
    <dgm:cxn modelId="{ED3C54C3-066B-4E69-8E8D-E63831A72801}" srcId="{D1154BDF-FE66-425D-BB5A-57592D35A2D1}" destId="{5507F034-C4CD-45A1-823E-5C36FB54DD00}" srcOrd="4" destOrd="0" parTransId="{5175ECC3-6CE1-4404-872E-72181736D225}" sibTransId="{C29A92F6-BC58-420B-9D0B-F3B641910710}"/>
    <dgm:cxn modelId="{BE1D52CC-3179-4AD8-BECC-AA699103FAFE}" srcId="{D1154BDF-FE66-425D-BB5A-57592D35A2D1}" destId="{E7B80EDE-B63D-4A9E-AED8-160D23B4EDCB}" srcOrd="7" destOrd="0" parTransId="{3D6624AB-773B-4529-BC47-6D3047350E97}" sibTransId="{315998A0-D70A-49DE-B1F1-1707548640AF}"/>
    <dgm:cxn modelId="{FC4A19D2-4698-42AE-9279-C55AFBA448A5}" srcId="{D1154BDF-FE66-425D-BB5A-57592D35A2D1}" destId="{DEEB3CF0-F5FD-4C28-9FBB-A9208965046A}" srcOrd="5" destOrd="0" parTransId="{398CF1D3-8923-4EA2-AA4D-A4625DAF05EB}" sibTransId="{A7ADEBDB-EB07-4459-88A4-AE74E6CA292D}"/>
    <dgm:cxn modelId="{4A9D63ED-FAC5-4EB9-83BD-592D708D1CFE}" srcId="{D1154BDF-FE66-425D-BB5A-57592D35A2D1}" destId="{E7B62CE1-1AE7-4D83-81F1-C55B32652059}" srcOrd="3" destOrd="0" parTransId="{465E18F2-ED2E-4953-941F-7D65CBE3AEAB}" sibTransId="{ADAA6134-F0E6-4BE5-A5D1-CD42CB1F88A7}"/>
    <dgm:cxn modelId="{6F0BD250-2334-4BC4-A3E2-F31F5E54CA82}" type="presParOf" srcId="{82935FFA-3B2F-4CC0-8565-E3F49CB2D781}" destId="{0018EC32-2672-4ECE-AB9D-640D89AB1DD3}" srcOrd="0" destOrd="0" presId="urn:microsoft.com/office/officeart/2008/layout/LinedList"/>
    <dgm:cxn modelId="{6056A0C4-949B-409F-AE87-6F22FC47A4FC}" type="presParOf" srcId="{82935FFA-3B2F-4CC0-8565-E3F49CB2D781}" destId="{122C1321-6DC6-4782-8E9E-2F8C003C0DC7}" srcOrd="1" destOrd="0" presId="urn:microsoft.com/office/officeart/2008/layout/LinedList"/>
    <dgm:cxn modelId="{BAAC9DFF-CBB0-458B-A7E3-DEDD4D6A2F2D}" type="presParOf" srcId="{122C1321-6DC6-4782-8E9E-2F8C003C0DC7}" destId="{F95761FF-1342-467A-8CE7-BD88C43F94D0}" srcOrd="0" destOrd="0" presId="urn:microsoft.com/office/officeart/2008/layout/LinedList"/>
    <dgm:cxn modelId="{B4663F91-0D3D-4F4E-BD00-230976B74088}" type="presParOf" srcId="{122C1321-6DC6-4782-8E9E-2F8C003C0DC7}" destId="{7D62F065-8FD4-40F0-9982-E0062E6D74DC}" srcOrd="1" destOrd="0" presId="urn:microsoft.com/office/officeart/2008/layout/LinedList"/>
    <dgm:cxn modelId="{F1B5DCB3-CF88-41FA-8F9B-E4AFA6A4E9E8}" type="presParOf" srcId="{82935FFA-3B2F-4CC0-8565-E3F49CB2D781}" destId="{8AB1EE87-87DC-456D-BA65-C3E4940F045B}" srcOrd="2" destOrd="0" presId="urn:microsoft.com/office/officeart/2008/layout/LinedList"/>
    <dgm:cxn modelId="{59662445-D47E-4532-9CBC-8AF885DFBB28}" type="presParOf" srcId="{82935FFA-3B2F-4CC0-8565-E3F49CB2D781}" destId="{26D1DE91-39BE-4B12-B16E-B60CC18990F1}" srcOrd="3" destOrd="0" presId="urn:microsoft.com/office/officeart/2008/layout/LinedList"/>
    <dgm:cxn modelId="{E50CC181-8D3F-4493-8E8A-59AE7C8D11BD}" type="presParOf" srcId="{26D1DE91-39BE-4B12-B16E-B60CC18990F1}" destId="{80615BF3-B3CB-456C-A997-50D96BDB2059}" srcOrd="0" destOrd="0" presId="urn:microsoft.com/office/officeart/2008/layout/LinedList"/>
    <dgm:cxn modelId="{2F33F434-FBA1-4F1C-AB11-D5306934BBC0}" type="presParOf" srcId="{26D1DE91-39BE-4B12-B16E-B60CC18990F1}" destId="{DE4BDEF8-942F-4FF1-A28F-46F3A5B5AD0C}" srcOrd="1" destOrd="0" presId="urn:microsoft.com/office/officeart/2008/layout/LinedList"/>
    <dgm:cxn modelId="{37087F3C-856B-4420-9361-E07012AB9144}" type="presParOf" srcId="{82935FFA-3B2F-4CC0-8565-E3F49CB2D781}" destId="{77261B1A-54A6-404C-998E-0D25A059D43A}" srcOrd="4" destOrd="0" presId="urn:microsoft.com/office/officeart/2008/layout/LinedList"/>
    <dgm:cxn modelId="{4F6212F0-1AD4-46C2-9088-72AAAC8F27C1}" type="presParOf" srcId="{82935FFA-3B2F-4CC0-8565-E3F49CB2D781}" destId="{126C1948-6AAA-4988-8874-2C7DB8617683}" srcOrd="5" destOrd="0" presId="urn:microsoft.com/office/officeart/2008/layout/LinedList"/>
    <dgm:cxn modelId="{5466662C-F91F-4825-97FF-D7749B640654}" type="presParOf" srcId="{126C1948-6AAA-4988-8874-2C7DB8617683}" destId="{452092B0-7000-4FD0-BF00-D96CD215160F}" srcOrd="0" destOrd="0" presId="urn:microsoft.com/office/officeart/2008/layout/LinedList"/>
    <dgm:cxn modelId="{610B9A21-4CC6-4E32-8CBE-8D7E06A081DF}" type="presParOf" srcId="{126C1948-6AAA-4988-8874-2C7DB8617683}" destId="{64401ADF-7008-4538-924F-4D77F4E3C1E0}" srcOrd="1" destOrd="0" presId="urn:microsoft.com/office/officeart/2008/layout/LinedList"/>
    <dgm:cxn modelId="{96188D48-E4F0-4294-B130-E24D18BEE5F8}" type="presParOf" srcId="{82935FFA-3B2F-4CC0-8565-E3F49CB2D781}" destId="{70EDF891-016D-4B1B-A607-F3D353345504}" srcOrd="6" destOrd="0" presId="urn:microsoft.com/office/officeart/2008/layout/LinedList"/>
    <dgm:cxn modelId="{97A2882B-8BDD-47EC-8852-EABD5B033FA1}" type="presParOf" srcId="{82935FFA-3B2F-4CC0-8565-E3F49CB2D781}" destId="{73A1D7CD-D9E1-4D70-B7BA-0994E9B40E87}" srcOrd="7" destOrd="0" presId="urn:microsoft.com/office/officeart/2008/layout/LinedList"/>
    <dgm:cxn modelId="{5D977C12-3F36-4E4E-ABE7-BB48D02FF382}" type="presParOf" srcId="{73A1D7CD-D9E1-4D70-B7BA-0994E9B40E87}" destId="{9764659C-3F0E-4311-ADB3-B4E0E1B2EFA5}" srcOrd="0" destOrd="0" presId="urn:microsoft.com/office/officeart/2008/layout/LinedList"/>
    <dgm:cxn modelId="{835AB366-DA7D-45F8-A309-064160520174}" type="presParOf" srcId="{73A1D7CD-D9E1-4D70-B7BA-0994E9B40E87}" destId="{1BC4011A-33D5-4EB4-A896-C102C1DE855D}" srcOrd="1" destOrd="0" presId="urn:microsoft.com/office/officeart/2008/layout/LinedList"/>
    <dgm:cxn modelId="{E2770A19-39F1-4CEF-A2AD-B2F69D1FC161}" type="presParOf" srcId="{82935FFA-3B2F-4CC0-8565-E3F49CB2D781}" destId="{81457C36-3934-470E-BE34-C4B7812939C2}" srcOrd="8" destOrd="0" presId="urn:microsoft.com/office/officeart/2008/layout/LinedList"/>
    <dgm:cxn modelId="{A39586DD-CF48-4756-80E4-FCE523E31B04}" type="presParOf" srcId="{82935FFA-3B2F-4CC0-8565-E3F49CB2D781}" destId="{1CF571E0-E028-40B5-A500-027F29D6C1D4}" srcOrd="9" destOrd="0" presId="urn:microsoft.com/office/officeart/2008/layout/LinedList"/>
    <dgm:cxn modelId="{52D5E70C-25D2-44B4-8948-B0D843539A9D}" type="presParOf" srcId="{1CF571E0-E028-40B5-A500-027F29D6C1D4}" destId="{FD48635F-8D7B-4CE2-BCAE-A5CD60AA3E34}" srcOrd="0" destOrd="0" presId="urn:microsoft.com/office/officeart/2008/layout/LinedList"/>
    <dgm:cxn modelId="{9E28FE4E-6440-441B-91B2-DAB4CEAADD7F}" type="presParOf" srcId="{1CF571E0-E028-40B5-A500-027F29D6C1D4}" destId="{4698B4C6-6052-4312-AF3C-31FB03258883}" srcOrd="1" destOrd="0" presId="urn:microsoft.com/office/officeart/2008/layout/LinedList"/>
    <dgm:cxn modelId="{E2C850E6-7039-47FD-AE62-9995450D8A8B}" type="presParOf" srcId="{82935FFA-3B2F-4CC0-8565-E3F49CB2D781}" destId="{C4F0A0B5-7FA7-4773-8745-0F12336D9194}" srcOrd="10" destOrd="0" presId="urn:microsoft.com/office/officeart/2008/layout/LinedList"/>
    <dgm:cxn modelId="{BF3A67A5-B630-46AC-A3A5-74A1F5CDD13D}" type="presParOf" srcId="{82935FFA-3B2F-4CC0-8565-E3F49CB2D781}" destId="{95FA21BE-E5FF-43F8-B89E-86A606F554EF}" srcOrd="11" destOrd="0" presId="urn:microsoft.com/office/officeart/2008/layout/LinedList"/>
    <dgm:cxn modelId="{99E2A4F6-83A5-47E5-9530-5A94536E287F}" type="presParOf" srcId="{95FA21BE-E5FF-43F8-B89E-86A606F554EF}" destId="{5FEF7EB5-A798-431F-8AAB-7994C7DBC652}" srcOrd="0" destOrd="0" presId="urn:microsoft.com/office/officeart/2008/layout/LinedList"/>
    <dgm:cxn modelId="{E12B1212-A15E-4F17-93C7-AA7D317EF05C}" type="presParOf" srcId="{95FA21BE-E5FF-43F8-B89E-86A606F554EF}" destId="{395134F4-2B59-4345-92F9-6D12AA36DD5F}" srcOrd="1" destOrd="0" presId="urn:microsoft.com/office/officeart/2008/layout/LinedList"/>
    <dgm:cxn modelId="{8BEBC535-2E18-4F4A-8ED9-371784CD720E}" type="presParOf" srcId="{82935FFA-3B2F-4CC0-8565-E3F49CB2D781}" destId="{A9330D0C-E396-4206-BEA3-B2E7413A4EF2}" srcOrd="12" destOrd="0" presId="urn:microsoft.com/office/officeart/2008/layout/LinedList"/>
    <dgm:cxn modelId="{30ED8550-67BC-4895-8CDF-E56B92A3FAB1}" type="presParOf" srcId="{82935FFA-3B2F-4CC0-8565-E3F49CB2D781}" destId="{23E977B8-F7C0-4B32-98A2-2F08C3CBE5B0}" srcOrd="13" destOrd="0" presId="urn:microsoft.com/office/officeart/2008/layout/LinedList"/>
    <dgm:cxn modelId="{0F330EC5-7B60-4095-96D1-3AAA2281F16D}" type="presParOf" srcId="{23E977B8-F7C0-4B32-98A2-2F08C3CBE5B0}" destId="{B8FCED85-D41A-40D1-9279-9BC513386E8A}" srcOrd="0" destOrd="0" presId="urn:microsoft.com/office/officeart/2008/layout/LinedList"/>
    <dgm:cxn modelId="{D67BA96D-B56F-4B60-81DA-39E156EF6CA3}" type="presParOf" srcId="{23E977B8-F7C0-4B32-98A2-2F08C3CBE5B0}" destId="{6A0AC6CF-9EDA-40F9-9D01-05B8366B9F06}" srcOrd="1" destOrd="0" presId="urn:microsoft.com/office/officeart/2008/layout/LinedList"/>
    <dgm:cxn modelId="{5747447E-A98B-49F6-97F1-4DD34A0C2243}" type="presParOf" srcId="{82935FFA-3B2F-4CC0-8565-E3F49CB2D781}" destId="{9E10FEE0-FDC1-47F5-8F52-86600301A667}" srcOrd="14" destOrd="0" presId="urn:microsoft.com/office/officeart/2008/layout/LinedList"/>
    <dgm:cxn modelId="{38EAF122-1FEE-429D-AA34-D75785F099E7}" type="presParOf" srcId="{82935FFA-3B2F-4CC0-8565-E3F49CB2D781}" destId="{E7F3C642-12F4-41F0-90AE-DECF08018C30}" srcOrd="15" destOrd="0" presId="urn:microsoft.com/office/officeart/2008/layout/LinedList"/>
    <dgm:cxn modelId="{30C7328A-4118-4623-BBF8-A1E9A0AC0AA2}" type="presParOf" srcId="{E7F3C642-12F4-41F0-90AE-DECF08018C30}" destId="{FE33B992-5695-4D3F-8086-044883105B73}" srcOrd="0" destOrd="0" presId="urn:microsoft.com/office/officeart/2008/layout/LinedList"/>
    <dgm:cxn modelId="{2164E246-F98B-4946-BE0E-EEC43C40A2AF}" type="presParOf" srcId="{E7F3C642-12F4-41F0-90AE-DECF08018C30}" destId="{59FE337D-C19F-41B1-A5E9-AF54613FBBF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BAD1D6-C64C-4FE8-AD0A-CBCD44AFAAD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70A0C7-EA6F-4FDD-AF76-D236A52EF3D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Automatic Speech Recognition (ASR) converts spoken audio into text.</a:t>
          </a:r>
        </a:p>
      </dgm:t>
    </dgm:pt>
    <dgm:pt modelId="{4C60D41F-D2A0-48B8-BF22-4429130A3AF4}" type="parTrans" cxnId="{849D6B61-2854-4D52-BE65-FCFF9AB7A210}">
      <dgm:prSet/>
      <dgm:spPr/>
      <dgm:t>
        <a:bodyPr/>
        <a:lstStyle/>
        <a:p>
          <a:endParaRPr lang="en-US" sz="2000"/>
        </a:p>
      </dgm:t>
    </dgm:pt>
    <dgm:pt modelId="{0C2098EE-C9D9-416B-B445-D9BAB2EE0FC5}" type="sibTrans" cxnId="{849D6B61-2854-4D52-BE65-FCFF9AB7A210}">
      <dgm:prSet/>
      <dgm:spPr/>
      <dgm:t>
        <a:bodyPr/>
        <a:lstStyle/>
        <a:p>
          <a:endParaRPr lang="en-US" sz="2000"/>
        </a:p>
      </dgm:t>
    </dgm:pt>
    <dgm:pt modelId="{7B59DBBA-8B8E-494A-9D62-B20A58DB5D0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Traditional ASR models depend on thousands of hours of labeled speech.</a:t>
          </a:r>
        </a:p>
      </dgm:t>
    </dgm:pt>
    <dgm:pt modelId="{A3B374AD-8E42-4A68-8024-277458217E27}" type="parTrans" cxnId="{DE490C27-375A-46AD-8E54-DEF77F29AB2B}">
      <dgm:prSet/>
      <dgm:spPr/>
      <dgm:t>
        <a:bodyPr/>
        <a:lstStyle/>
        <a:p>
          <a:endParaRPr lang="en-US" sz="2000"/>
        </a:p>
      </dgm:t>
    </dgm:pt>
    <dgm:pt modelId="{FB2F801E-95D6-4408-AA2B-04A2AB7B11A4}" type="sibTrans" cxnId="{DE490C27-375A-46AD-8E54-DEF77F29AB2B}">
      <dgm:prSet/>
      <dgm:spPr/>
      <dgm:t>
        <a:bodyPr/>
        <a:lstStyle/>
        <a:p>
          <a:endParaRPr lang="en-US" sz="2000"/>
        </a:p>
      </dgm:t>
    </dgm:pt>
    <dgm:pt modelId="{92357382-18CF-4B63-A3FD-E34BBB49CD0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Labeling speech is expensive and time-consuming.</a:t>
          </a:r>
        </a:p>
      </dgm:t>
    </dgm:pt>
    <dgm:pt modelId="{64F84699-8D68-4DE8-8B0A-0DECC6593544}" type="parTrans" cxnId="{2058C176-6CED-4CFE-98A4-F8DD460B503A}">
      <dgm:prSet/>
      <dgm:spPr/>
      <dgm:t>
        <a:bodyPr/>
        <a:lstStyle/>
        <a:p>
          <a:endParaRPr lang="en-US" sz="2000"/>
        </a:p>
      </dgm:t>
    </dgm:pt>
    <dgm:pt modelId="{B86D4DB0-A324-401C-AC38-696B3CFDF30F}" type="sibTrans" cxnId="{2058C176-6CED-4CFE-98A4-F8DD460B503A}">
      <dgm:prSet/>
      <dgm:spPr/>
      <dgm:t>
        <a:bodyPr/>
        <a:lstStyle/>
        <a:p>
          <a:endParaRPr lang="en-US" sz="2000"/>
        </a:p>
      </dgm:t>
    </dgm:pt>
    <dgm:pt modelId="{AC9C1026-3744-4100-B798-D75716DE298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Self-supervised learning (SSL) uses </a:t>
          </a:r>
          <a:r>
            <a:rPr lang="en-US" sz="2000" b="1">
              <a:latin typeface="Times New Roman" panose="02020603050405020304" pitchFamily="18" charset="0"/>
              <a:cs typeface="Times New Roman" panose="02020603050405020304" pitchFamily="18" charset="0"/>
            </a:rPr>
            <a:t>unlabeled data</a:t>
          </a:r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 to learn audio representations.</a:t>
          </a:r>
        </a:p>
      </dgm:t>
    </dgm:pt>
    <dgm:pt modelId="{4BEEDD86-D0F5-4A5E-A6A5-9F82D7AE406C}" type="parTrans" cxnId="{2C8AA339-9E7C-4D52-9146-60AF2A6D5AFE}">
      <dgm:prSet/>
      <dgm:spPr/>
      <dgm:t>
        <a:bodyPr/>
        <a:lstStyle/>
        <a:p>
          <a:endParaRPr lang="en-US" sz="2000"/>
        </a:p>
      </dgm:t>
    </dgm:pt>
    <dgm:pt modelId="{4B569C1A-CCEC-4779-8F9C-EF9481E44412}" type="sibTrans" cxnId="{2C8AA339-9E7C-4D52-9146-60AF2A6D5AFE}">
      <dgm:prSet/>
      <dgm:spPr/>
      <dgm:t>
        <a:bodyPr/>
        <a:lstStyle/>
        <a:p>
          <a:endParaRPr lang="en-US" sz="2000"/>
        </a:p>
      </dgm:t>
    </dgm:pt>
    <dgm:pt modelId="{89599A33-4603-40D6-92C1-23C1A10D3C6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wav2vec 2.0 by Facebook AI (2020) applies SSL directly on raw waveforms to learn powerful speech features.</a:t>
          </a:r>
        </a:p>
      </dgm:t>
    </dgm:pt>
    <dgm:pt modelId="{E01F23FB-95A0-4966-A917-B34B934D8036}" type="parTrans" cxnId="{6B0D54EA-90B2-4E0B-8746-7B54DB6B8DA8}">
      <dgm:prSet/>
      <dgm:spPr/>
      <dgm:t>
        <a:bodyPr/>
        <a:lstStyle/>
        <a:p>
          <a:endParaRPr lang="en-US" sz="2000"/>
        </a:p>
      </dgm:t>
    </dgm:pt>
    <dgm:pt modelId="{712E9E14-D85D-4C85-820E-715EF0699A0A}" type="sibTrans" cxnId="{6B0D54EA-90B2-4E0B-8746-7B54DB6B8DA8}">
      <dgm:prSet/>
      <dgm:spPr/>
      <dgm:t>
        <a:bodyPr/>
        <a:lstStyle/>
        <a:p>
          <a:endParaRPr lang="en-US" sz="2000"/>
        </a:p>
      </dgm:t>
    </dgm:pt>
    <dgm:pt modelId="{260FB1A0-597D-4FDD-A2AC-069A8BDD2CD6}" type="pres">
      <dgm:prSet presAssocID="{95BAD1D6-C64C-4FE8-AD0A-CBCD44AFAADA}" presName="root" presStyleCnt="0">
        <dgm:presLayoutVars>
          <dgm:dir/>
          <dgm:resizeHandles val="exact"/>
        </dgm:presLayoutVars>
      </dgm:prSet>
      <dgm:spPr/>
    </dgm:pt>
    <dgm:pt modelId="{E20CA60D-533C-40AF-B7E5-685534A1A45B}" type="pres">
      <dgm:prSet presAssocID="{9C70A0C7-EA6F-4FDD-AF76-D236A52EF3D1}" presName="compNode" presStyleCnt="0"/>
      <dgm:spPr/>
    </dgm:pt>
    <dgm:pt modelId="{A91D6076-D055-4FE1-B47D-63FF7C4F0970}" type="pres">
      <dgm:prSet presAssocID="{9C70A0C7-EA6F-4FDD-AF76-D236A52EF3D1}" presName="bgRect" presStyleLbl="bgShp" presStyleIdx="0" presStyleCnt="5"/>
      <dgm:spPr/>
    </dgm:pt>
    <dgm:pt modelId="{75BFEC64-E111-4E8A-BB22-58A82B78A322}" type="pres">
      <dgm:prSet presAssocID="{9C70A0C7-EA6F-4FDD-AF76-D236A52EF3D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206DFF8B-8816-407A-9B3D-0EA04CD8C8B4}" type="pres">
      <dgm:prSet presAssocID="{9C70A0C7-EA6F-4FDD-AF76-D236A52EF3D1}" presName="spaceRect" presStyleCnt="0"/>
      <dgm:spPr/>
    </dgm:pt>
    <dgm:pt modelId="{AC82E9CE-E72F-4D06-A52E-B4ED973D66E1}" type="pres">
      <dgm:prSet presAssocID="{9C70A0C7-EA6F-4FDD-AF76-D236A52EF3D1}" presName="parTx" presStyleLbl="revTx" presStyleIdx="0" presStyleCnt="5">
        <dgm:presLayoutVars>
          <dgm:chMax val="0"/>
          <dgm:chPref val="0"/>
        </dgm:presLayoutVars>
      </dgm:prSet>
      <dgm:spPr/>
    </dgm:pt>
    <dgm:pt modelId="{B5DB0F5A-0495-4723-A4AC-35522327C228}" type="pres">
      <dgm:prSet presAssocID="{0C2098EE-C9D9-416B-B445-D9BAB2EE0FC5}" presName="sibTrans" presStyleCnt="0"/>
      <dgm:spPr/>
    </dgm:pt>
    <dgm:pt modelId="{DA1AACCE-735B-4EB0-862D-574E26837695}" type="pres">
      <dgm:prSet presAssocID="{7B59DBBA-8B8E-494A-9D62-B20A58DB5D05}" presName="compNode" presStyleCnt="0"/>
      <dgm:spPr/>
    </dgm:pt>
    <dgm:pt modelId="{CE4D91F2-A06F-4962-9050-127AE5575018}" type="pres">
      <dgm:prSet presAssocID="{7B59DBBA-8B8E-494A-9D62-B20A58DB5D05}" presName="bgRect" presStyleLbl="bgShp" presStyleIdx="1" presStyleCnt="5"/>
      <dgm:spPr/>
    </dgm:pt>
    <dgm:pt modelId="{538EC046-B720-4C61-8B93-A56B2C909B45}" type="pres">
      <dgm:prSet presAssocID="{7B59DBBA-8B8E-494A-9D62-B20A58DB5D0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DB4552FC-D0C4-4BD5-80F9-437A8355B145}" type="pres">
      <dgm:prSet presAssocID="{7B59DBBA-8B8E-494A-9D62-B20A58DB5D05}" presName="spaceRect" presStyleCnt="0"/>
      <dgm:spPr/>
    </dgm:pt>
    <dgm:pt modelId="{4253D305-E2A8-44E4-B8C4-4EC18F169244}" type="pres">
      <dgm:prSet presAssocID="{7B59DBBA-8B8E-494A-9D62-B20A58DB5D05}" presName="parTx" presStyleLbl="revTx" presStyleIdx="1" presStyleCnt="5">
        <dgm:presLayoutVars>
          <dgm:chMax val="0"/>
          <dgm:chPref val="0"/>
        </dgm:presLayoutVars>
      </dgm:prSet>
      <dgm:spPr/>
    </dgm:pt>
    <dgm:pt modelId="{A5964A9D-88D5-4EE3-BB3F-DB179EC9DF0D}" type="pres">
      <dgm:prSet presAssocID="{FB2F801E-95D6-4408-AA2B-04A2AB7B11A4}" presName="sibTrans" presStyleCnt="0"/>
      <dgm:spPr/>
    </dgm:pt>
    <dgm:pt modelId="{DDC97907-A34F-4903-A586-CB5D7978530E}" type="pres">
      <dgm:prSet presAssocID="{92357382-18CF-4B63-A3FD-E34BBB49CD07}" presName="compNode" presStyleCnt="0"/>
      <dgm:spPr/>
    </dgm:pt>
    <dgm:pt modelId="{34A2E7DA-1985-41BF-8067-7223AB298F43}" type="pres">
      <dgm:prSet presAssocID="{92357382-18CF-4B63-A3FD-E34BBB49CD07}" presName="bgRect" presStyleLbl="bgShp" presStyleIdx="2" presStyleCnt="5"/>
      <dgm:spPr/>
    </dgm:pt>
    <dgm:pt modelId="{C39589DD-5295-47B0-B772-F68D9C233B27}" type="pres">
      <dgm:prSet presAssocID="{92357382-18CF-4B63-A3FD-E34BBB49CD0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af"/>
        </a:ext>
      </dgm:extLst>
    </dgm:pt>
    <dgm:pt modelId="{82D2DDA9-681C-4FD2-8276-84CF7886AADD}" type="pres">
      <dgm:prSet presAssocID="{92357382-18CF-4B63-A3FD-E34BBB49CD07}" presName="spaceRect" presStyleCnt="0"/>
      <dgm:spPr/>
    </dgm:pt>
    <dgm:pt modelId="{42B30843-2A93-4314-AA25-CABEED836DEA}" type="pres">
      <dgm:prSet presAssocID="{92357382-18CF-4B63-A3FD-E34BBB49CD07}" presName="parTx" presStyleLbl="revTx" presStyleIdx="2" presStyleCnt="5">
        <dgm:presLayoutVars>
          <dgm:chMax val="0"/>
          <dgm:chPref val="0"/>
        </dgm:presLayoutVars>
      </dgm:prSet>
      <dgm:spPr/>
    </dgm:pt>
    <dgm:pt modelId="{3FFE9241-ABEC-474C-AAF0-18C7E84392F7}" type="pres">
      <dgm:prSet presAssocID="{B86D4DB0-A324-401C-AC38-696B3CFDF30F}" presName="sibTrans" presStyleCnt="0"/>
      <dgm:spPr/>
    </dgm:pt>
    <dgm:pt modelId="{0DFE6462-4B78-4C48-8FA2-EA2BF52E9864}" type="pres">
      <dgm:prSet presAssocID="{AC9C1026-3744-4100-B798-D75716DE298E}" presName="compNode" presStyleCnt="0"/>
      <dgm:spPr/>
    </dgm:pt>
    <dgm:pt modelId="{0D0C1443-999F-4AB6-9CA2-3B00D0AAD16F}" type="pres">
      <dgm:prSet presAssocID="{AC9C1026-3744-4100-B798-D75716DE298E}" presName="bgRect" presStyleLbl="bgShp" presStyleIdx="3" presStyleCnt="5"/>
      <dgm:spPr/>
    </dgm:pt>
    <dgm:pt modelId="{361DA04A-3198-4D7A-ACFB-C65FB9A321F8}" type="pres">
      <dgm:prSet presAssocID="{AC9C1026-3744-4100-B798-D75716DE298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888570F5-2C7D-4558-A437-C7A6C53E4D24}" type="pres">
      <dgm:prSet presAssocID="{AC9C1026-3744-4100-B798-D75716DE298E}" presName="spaceRect" presStyleCnt="0"/>
      <dgm:spPr/>
    </dgm:pt>
    <dgm:pt modelId="{DE16FF49-8597-4BE3-A74C-38BE3BB30DE4}" type="pres">
      <dgm:prSet presAssocID="{AC9C1026-3744-4100-B798-D75716DE298E}" presName="parTx" presStyleLbl="revTx" presStyleIdx="3" presStyleCnt="5">
        <dgm:presLayoutVars>
          <dgm:chMax val="0"/>
          <dgm:chPref val="0"/>
        </dgm:presLayoutVars>
      </dgm:prSet>
      <dgm:spPr/>
    </dgm:pt>
    <dgm:pt modelId="{9D9BCC57-4186-4778-8FE8-1AEAE7EAEBC8}" type="pres">
      <dgm:prSet presAssocID="{4B569C1A-CCEC-4779-8F9C-EF9481E44412}" presName="sibTrans" presStyleCnt="0"/>
      <dgm:spPr/>
    </dgm:pt>
    <dgm:pt modelId="{4BDC3705-C992-45FD-9749-69FE18A52054}" type="pres">
      <dgm:prSet presAssocID="{89599A33-4603-40D6-92C1-23C1A10D3C62}" presName="compNode" presStyleCnt="0"/>
      <dgm:spPr/>
    </dgm:pt>
    <dgm:pt modelId="{F5B929A4-FA4E-4614-AA86-4EC2271A4C7F}" type="pres">
      <dgm:prSet presAssocID="{89599A33-4603-40D6-92C1-23C1A10D3C62}" presName="bgRect" presStyleLbl="bgShp" presStyleIdx="4" presStyleCnt="5"/>
      <dgm:spPr/>
    </dgm:pt>
    <dgm:pt modelId="{07F4D1C7-8686-4C4F-816C-0E7F4D1C8503}" type="pres">
      <dgm:prSet presAssocID="{89599A33-4603-40D6-92C1-23C1A10D3C6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oice"/>
        </a:ext>
      </dgm:extLst>
    </dgm:pt>
    <dgm:pt modelId="{5ADD3683-F0E1-4368-9DA1-2959079F61F5}" type="pres">
      <dgm:prSet presAssocID="{89599A33-4603-40D6-92C1-23C1A10D3C62}" presName="spaceRect" presStyleCnt="0"/>
      <dgm:spPr/>
    </dgm:pt>
    <dgm:pt modelId="{125826BF-3516-480C-A773-2142C5848D81}" type="pres">
      <dgm:prSet presAssocID="{89599A33-4603-40D6-92C1-23C1A10D3C62}" presName="parTx" presStyleLbl="revTx" presStyleIdx="4" presStyleCnt="5" custScaleX="100000">
        <dgm:presLayoutVars>
          <dgm:chMax val="0"/>
          <dgm:chPref val="0"/>
        </dgm:presLayoutVars>
      </dgm:prSet>
      <dgm:spPr/>
    </dgm:pt>
  </dgm:ptLst>
  <dgm:cxnLst>
    <dgm:cxn modelId="{1F8F7316-0712-48A9-AD28-607A11533B20}" type="presOf" srcId="{92357382-18CF-4B63-A3FD-E34BBB49CD07}" destId="{42B30843-2A93-4314-AA25-CABEED836DEA}" srcOrd="0" destOrd="0" presId="urn:microsoft.com/office/officeart/2018/2/layout/IconVerticalSolidList"/>
    <dgm:cxn modelId="{DE490C27-375A-46AD-8E54-DEF77F29AB2B}" srcId="{95BAD1D6-C64C-4FE8-AD0A-CBCD44AFAADA}" destId="{7B59DBBA-8B8E-494A-9D62-B20A58DB5D05}" srcOrd="1" destOrd="0" parTransId="{A3B374AD-8E42-4A68-8024-277458217E27}" sibTransId="{FB2F801E-95D6-4408-AA2B-04A2AB7B11A4}"/>
    <dgm:cxn modelId="{2C8AA339-9E7C-4D52-9146-60AF2A6D5AFE}" srcId="{95BAD1D6-C64C-4FE8-AD0A-CBCD44AFAADA}" destId="{AC9C1026-3744-4100-B798-D75716DE298E}" srcOrd="3" destOrd="0" parTransId="{4BEEDD86-D0F5-4A5E-A6A5-9F82D7AE406C}" sibTransId="{4B569C1A-CCEC-4779-8F9C-EF9481E44412}"/>
    <dgm:cxn modelId="{83D4C63D-BA7D-4D53-88F0-C50713D766AD}" type="presOf" srcId="{7B59DBBA-8B8E-494A-9D62-B20A58DB5D05}" destId="{4253D305-E2A8-44E4-B8C4-4EC18F169244}" srcOrd="0" destOrd="0" presId="urn:microsoft.com/office/officeart/2018/2/layout/IconVerticalSolidList"/>
    <dgm:cxn modelId="{849D6B61-2854-4D52-BE65-FCFF9AB7A210}" srcId="{95BAD1D6-C64C-4FE8-AD0A-CBCD44AFAADA}" destId="{9C70A0C7-EA6F-4FDD-AF76-D236A52EF3D1}" srcOrd="0" destOrd="0" parTransId="{4C60D41F-D2A0-48B8-BF22-4429130A3AF4}" sibTransId="{0C2098EE-C9D9-416B-B445-D9BAB2EE0FC5}"/>
    <dgm:cxn modelId="{14F0A343-D2AF-462C-ADE0-2B921A8D56E0}" type="presOf" srcId="{95BAD1D6-C64C-4FE8-AD0A-CBCD44AFAADA}" destId="{260FB1A0-597D-4FDD-A2AC-069A8BDD2CD6}" srcOrd="0" destOrd="0" presId="urn:microsoft.com/office/officeart/2018/2/layout/IconVerticalSolidList"/>
    <dgm:cxn modelId="{CA7D6C70-46FD-4B01-BB1D-D64826A78840}" type="presOf" srcId="{89599A33-4603-40D6-92C1-23C1A10D3C62}" destId="{125826BF-3516-480C-A773-2142C5848D81}" srcOrd="0" destOrd="0" presId="urn:microsoft.com/office/officeart/2018/2/layout/IconVerticalSolidList"/>
    <dgm:cxn modelId="{2058C176-6CED-4CFE-98A4-F8DD460B503A}" srcId="{95BAD1D6-C64C-4FE8-AD0A-CBCD44AFAADA}" destId="{92357382-18CF-4B63-A3FD-E34BBB49CD07}" srcOrd="2" destOrd="0" parTransId="{64F84699-8D68-4DE8-8B0A-0DECC6593544}" sibTransId="{B86D4DB0-A324-401C-AC38-696B3CFDF30F}"/>
    <dgm:cxn modelId="{9D2ED897-475F-4679-BF3D-C01BC5ED0620}" type="presOf" srcId="{AC9C1026-3744-4100-B798-D75716DE298E}" destId="{DE16FF49-8597-4BE3-A74C-38BE3BB30DE4}" srcOrd="0" destOrd="0" presId="urn:microsoft.com/office/officeart/2018/2/layout/IconVerticalSolidList"/>
    <dgm:cxn modelId="{7FD49BAC-3904-4668-A576-A1B496525D1D}" type="presOf" srcId="{9C70A0C7-EA6F-4FDD-AF76-D236A52EF3D1}" destId="{AC82E9CE-E72F-4D06-A52E-B4ED973D66E1}" srcOrd="0" destOrd="0" presId="urn:microsoft.com/office/officeart/2018/2/layout/IconVerticalSolidList"/>
    <dgm:cxn modelId="{6B0D54EA-90B2-4E0B-8746-7B54DB6B8DA8}" srcId="{95BAD1D6-C64C-4FE8-AD0A-CBCD44AFAADA}" destId="{89599A33-4603-40D6-92C1-23C1A10D3C62}" srcOrd="4" destOrd="0" parTransId="{E01F23FB-95A0-4966-A917-B34B934D8036}" sibTransId="{712E9E14-D85D-4C85-820E-715EF0699A0A}"/>
    <dgm:cxn modelId="{8A586EDF-97BC-4C42-BFCF-F5576115A2F2}" type="presParOf" srcId="{260FB1A0-597D-4FDD-A2AC-069A8BDD2CD6}" destId="{E20CA60D-533C-40AF-B7E5-685534A1A45B}" srcOrd="0" destOrd="0" presId="urn:microsoft.com/office/officeart/2018/2/layout/IconVerticalSolidList"/>
    <dgm:cxn modelId="{69C32988-912F-443B-A780-FA18CC95B96B}" type="presParOf" srcId="{E20CA60D-533C-40AF-B7E5-685534A1A45B}" destId="{A91D6076-D055-4FE1-B47D-63FF7C4F0970}" srcOrd="0" destOrd="0" presId="urn:microsoft.com/office/officeart/2018/2/layout/IconVerticalSolidList"/>
    <dgm:cxn modelId="{271C0A08-318F-4AA1-9E9B-17E2994F5374}" type="presParOf" srcId="{E20CA60D-533C-40AF-B7E5-685534A1A45B}" destId="{75BFEC64-E111-4E8A-BB22-58A82B78A322}" srcOrd="1" destOrd="0" presId="urn:microsoft.com/office/officeart/2018/2/layout/IconVerticalSolidList"/>
    <dgm:cxn modelId="{294262B4-F4CA-459E-93F2-B5AC1AC26E49}" type="presParOf" srcId="{E20CA60D-533C-40AF-B7E5-685534A1A45B}" destId="{206DFF8B-8816-407A-9B3D-0EA04CD8C8B4}" srcOrd="2" destOrd="0" presId="urn:microsoft.com/office/officeart/2018/2/layout/IconVerticalSolidList"/>
    <dgm:cxn modelId="{F7651CAF-F683-4CF2-B524-92A121E597B2}" type="presParOf" srcId="{E20CA60D-533C-40AF-B7E5-685534A1A45B}" destId="{AC82E9CE-E72F-4D06-A52E-B4ED973D66E1}" srcOrd="3" destOrd="0" presId="urn:microsoft.com/office/officeart/2018/2/layout/IconVerticalSolidList"/>
    <dgm:cxn modelId="{FDCD58F6-FFE2-4A0C-99EB-B04318D3EF83}" type="presParOf" srcId="{260FB1A0-597D-4FDD-A2AC-069A8BDD2CD6}" destId="{B5DB0F5A-0495-4723-A4AC-35522327C228}" srcOrd="1" destOrd="0" presId="urn:microsoft.com/office/officeart/2018/2/layout/IconVerticalSolidList"/>
    <dgm:cxn modelId="{59763AA8-AC0E-4466-B1A1-E9544B33909B}" type="presParOf" srcId="{260FB1A0-597D-4FDD-A2AC-069A8BDD2CD6}" destId="{DA1AACCE-735B-4EB0-862D-574E26837695}" srcOrd="2" destOrd="0" presId="urn:microsoft.com/office/officeart/2018/2/layout/IconVerticalSolidList"/>
    <dgm:cxn modelId="{4B32E3BE-B43F-4EF5-97C1-58D9A081059F}" type="presParOf" srcId="{DA1AACCE-735B-4EB0-862D-574E26837695}" destId="{CE4D91F2-A06F-4962-9050-127AE5575018}" srcOrd="0" destOrd="0" presId="urn:microsoft.com/office/officeart/2018/2/layout/IconVerticalSolidList"/>
    <dgm:cxn modelId="{B8B79B9E-F780-4987-8E38-683AD55E4A83}" type="presParOf" srcId="{DA1AACCE-735B-4EB0-862D-574E26837695}" destId="{538EC046-B720-4C61-8B93-A56B2C909B45}" srcOrd="1" destOrd="0" presId="urn:microsoft.com/office/officeart/2018/2/layout/IconVerticalSolidList"/>
    <dgm:cxn modelId="{3CF335F4-E059-4C2A-B0DC-747CF1CDF219}" type="presParOf" srcId="{DA1AACCE-735B-4EB0-862D-574E26837695}" destId="{DB4552FC-D0C4-4BD5-80F9-437A8355B145}" srcOrd="2" destOrd="0" presId="urn:microsoft.com/office/officeart/2018/2/layout/IconVerticalSolidList"/>
    <dgm:cxn modelId="{E82E594E-A564-40BB-8517-79505CE54D48}" type="presParOf" srcId="{DA1AACCE-735B-4EB0-862D-574E26837695}" destId="{4253D305-E2A8-44E4-B8C4-4EC18F169244}" srcOrd="3" destOrd="0" presId="urn:microsoft.com/office/officeart/2018/2/layout/IconVerticalSolidList"/>
    <dgm:cxn modelId="{8543913F-863B-4585-9D5F-785D5714F009}" type="presParOf" srcId="{260FB1A0-597D-4FDD-A2AC-069A8BDD2CD6}" destId="{A5964A9D-88D5-4EE3-BB3F-DB179EC9DF0D}" srcOrd="3" destOrd="0" presId="urn:microsoft.com/office/officeart/2018/2/layout/IconVerticalSolidList"/>
    <dgm:cxn modelId="{36B4AB7B-C373-4009-82FA-662C287B13ED}" type="presParOf" srcId="{260FB1A0-597D-4FDD-A2AC-069A8BDD2CD6}" destId="{DDC97907-A34F-4903-A586-CB5D7978530E}" srcOrd="4" destOrd="0" presId="urn:microsoft.com/office/officeart/2018/2/layout/IconVerticalSolidList"/>
    <dgm:cxn modelId="{976251D6-05A2-4410-B721-1750F40ADE2E}" type="presParOf" srcId="{DDC97907-A34F-4903-A586-CB5D7978530E}" destId="{34A2E7DA-1985-41BF-8067-7223AB298F43}" srcOrd="0" destOrd="0" presId="urn:microsoft.com/office/officeart/2018/2/layout/IconVerticalSolidList"/>
    <dgm:cxn modelId="{8548CB16-4A56-4CC3-90CA-DD828A3528F8}" type="presParOf" srcId="{DDC97907-A34F-4903-A586-CB5D7978530E}" destId="{C39589DD-5295-47B0-B772-F68D9C233B27}" srcOrd="1" destOrd="0" presId="urn:microsoft.com/office/officeart/2018/2/layout/IconVerticalSolidList"/>
    <dgm:cxn modelId="{B6D94928-43A2-4E55-B247-D2D52285BAF1}" type="presParOf" srcId="{DDC97907-A34F-4903-A586-CB5D7978530E}" destId="{82D2DDA9-681C-4FD2-8276-84CF7886AADD}" srcOrd="2" destOrd="0" presId="urn:microsoft.com/office/officeart/2018/2/layout/IconVerticalSolidList"/>
    <dgm:cxn modelId="{35C04DC0-2E6C-4DEF-BFFA-6B04C9CB9B37}" type="presParOf" srcId="{DDC97907-A34F-4903-A586-CB5D7978530E}" destId="{42B30843-2A93-4314-AA25-CABEED836DEA}" srcOrd="3" destOrd="0" presId="urn:microsoft.com/office/officeart/2018/2/layout/IconVerticalSolidList"/>
    <dgm:cxn modelId="{EAD5B83A-444C-4617-B899-CB0153F0000B}" type="presParOf" srcId="{260FB1A0-597D-4FDD-A2AC-069A8BDD2CD6}" destId="{3FFE9241-ABEC-474C-AAF0-18C7E84392F7}" srcOrd="5" destOrd="0" presId="urn:microsoft.com/office/officeart/2018/2/layout/IconVerticalSolidList"/>
    <dgm:cxn modelId="{57D5B6B3-920B-4537-B024-27C68A1FF857}" type="presParOf" srcId="{260FB1A0-597D-4FDD-A2AC-069A8BDD2CD6}" destId="{0DFE6462-4B78-4C48-8FA2-EA2BF52E9864}" srcOrd="6" destOrd="0" presId="urn:microsoft.com/office/officeart/2018/2/layout/IconVerticalSolidList"/>
    <dgm:cxn modelId="{291A43BC-E16D-4FE6-90EF-ED6B5F99C2A2}" type="presParOf" srcId="{0DFE6462-4B78-4C48-8FA2-EA2BF52E9864}" destId="{0D0C1443-999F-4AB6-9CA2-3B00D0AAD16F}" srcOrd="0" destOrd="0" presId="urn:microsoft.com/office/officeart/2018/2/layout/IconVerticalSolidList"/>
    <dgm:cxn modelId="{2E838919-0A5E-4C13-B603-D5C236CBF5AE}" type="presParOf" srcId="{0DFE6462-4B78-4C48-8FA2-EA2BF52E9864}" destId="{361DA04A-3198-4D7A-ACFB-C65FB9A321F8}" srcOrd="1" destOrd="0" presId="urn:microsoft.com/office/officeart/2018/2/layout/IconVerticalSolidList"/>
    <dgm:cxn modelId="{09E48240-08D8-4C43-BC42-328CE4D17A0A}" type="presParOf" srcId="{0DFE6462-4B78-4C48-8FA2-EA2BF52E9864}" destId="{888570F5-2C7D-4558-A437-C7A6C53E4D24}" srcOrd="2" destOrd="0" presId="urn:microsoft.com/office/officeart/2018/2/layout/IconVerticalSolidList"/>
    <dgm:cxn modelId="{2C48A976-1AC4-4410-B748-5D999B3FEB70}" type="presParOf" srcId="{0DFE6462-4B78-4C48-8FA2-EA2BF52E9864}" destId="{DE16FF49-8597-4BE3-A74C-38BE3BB30DE4}" srcOrd="3" destOrd="0" presId="urn:microsoft.com/office/officeart/2018/2/layout/IconVerticalSolidList"/>
    <dgm:cxn modelId="{A0C2F01F-F262-4941-82CE-C37E15C4AF65}" type="presParOf" srcId="{260FB1A0-597D-4FDD-A2AC-069A8BDD2CD6}" destId="{9D9BCC57-4186-4778-8FE8-1AEAE7EAEBC8}" srcOrd="7" destOrd="0" presId="urn:microsoft.com/office/officeart/2018/2/layout/IconVerticalSolidList"/>
    <dgm:cxn modelId="{4A67537B-663E-4ABA-8057-50FC881AD6F4}" type="presParOf" srcId="{260FB1A0-597D-4FDD-A2AC-069A8BDD2CD6}" destId="{4BDC3705-C992-45FD-9749-69FE18A52054}" srcOrd="8" destOrd="0" presId="urn:microsoft.com/office/officeart/2018/2/layout/IconVerticalSolidList"/>
    <dgm:cxn modelId="{0560E595-E416-41BF-9173-C074B94072F2}" type="presParOf" srcId="{4BDC3705-C992-45FD-9749-69FE18A52054}" destId="{F5B929A4-FA4E-4614-AA86-4EC2271A4C7F}" srcOrd="0" destOrd="0" presId="urn:microsoft.com/office/officeart/2018/2/layout/IconVerticalSolidList"/>
    <dgm:cxn modelId="{F52D2C74-1D8C-40CC-ABA2-B1352F1BCF1E}" type="presParOf" srcId="{4BDC3705-C992-45FD-9749-69FE18A52054}" destId="{07F4D1C7-8686-4C4F-816C-0E7F4D1C8503}" srcOrd="1" destOrd="0" presId="urn:microsoft.com/office/officeart/2018/2/layout/IconVerticalSolidList"/>
    <dgm:cxn modelId="{778F2281-6F06-4D80-ABFD-2D9C0026512B}" type="presParOf" srcId="{4BDC3705-C992-45FD-9749-69FE18A52054}" destId="{5ADD3683-F0E1-4368-9DA1-2959079F61F5}" srcOrd="2" destOrd="0" presId="urn:microsoft.com/office/officeart/2018/2/layout/IconVerticalSolidList"/>
    <dgm:cxn modelId="{A7B4C192-358E-4680-9DFA-FBBA190CE157}" type="presParOf" srcId="{4BDC3705-C992-45FD-9749-69FE18A52054}" destId="{125826BF-3516-480C-A773-2142C5848D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EA50AF-D74E-49DE-B6D7-F4F8FBC0C33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B2D579E-FE99-4CBA-AFFA-CA9FBC41927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Learn contextualized speech representations from raw waveforms.</a:t>
          </a:r>
        </a:p>
      </dgm:t>
    </dgm:pt>
    <dgm:pt modelId="{FA2BFD45-E835-4FA6-91E7-9BB9E9733FB4}" type="parTrans" cxnId="{FB5DC7C5-437B-4E91-B061-FD3FE3FC7C5B}">
      <dgm:prSet/>
      <dgm:spPr/>
      <dgm:t>
        <a:bodyPr/>
        <a:lstStyle/>
        <a:p>
          <a:endParaRPr lang="en-US"/>
        </a:p>
      </dgm:t>
    </dgm:pt>
    <dgm:pt modelId="{058B658B-5732-4A31-A218-4FBF06C05CDD}" type="sibTrans" cxnId="{FB5DC7C5-437B-4E91-B061-FD3FE3FC7C5B}">
      <dgm:prSet/>
      <dgm:spPr/>
      <dgm:t>
        <a:bodyPr/>
        <a:lstStyle/>
        <a:p>
          <a:endParaRPr lang="en-US"/>
        </a:p>
      </dgm:t>
    </dgm:pt>
    <dgm:pt modelId="{DCB9521D-66D8-4E2D-BC25-D6CD368FA16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Fine-tune with small labeled subsets to reach state-of-the-art performance.</a:t>
          </a:r>
        </a:p>
      </dgm:t>
    </dgm:pt>
    <dgm:pt modelId="{E14E5839-D9BC-4B4B-B94A-D967898EEA11}" type="parTrans" cxnId="{743490A2-BFCB-4806-874A-DF8DB06D0216}">
      <dgm:prSet/>
      <dgm:spPr/>
      <dgm:t>
        <a:bodyPr/>
        <a:lstStyle/>
        <a:p>
          <a:endParaRPr lang="en-US"/>
        </a:p>
      </dgm:t>
    </dgm:pt>
    <dgm:pt modelId="{CE40EA3B-40D6-4744-AEF6-2824F41A4159}" type="sibTrans" cxnId="{743490A2-BFCB-4806-874A-DF8DB06D0216}">
      <dgm:prSet/>
      <dgm:spPr/>
      <dgm:t>
        <a:bodyPr/>
        <a:lstStyle/>
        <a:p>
          <a:endParaRPr lang="en-US"/>
        </a:p>
      </dgm:t>
    </dgm:pt>
    <dgm:pt modelId="{B7C28733-ECE0-4B54-BCB9-C11E7285511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Demonstrate results better than fully supervised baselines.</a:t>
          </a:r>
        </a:p>
      </dgm:t>
    </dgm:pt>
    <dgm:pt modelId="{93CC935A-3B58-4124-878C-A993C09E8F8C}" type="parTrans" cxnId="{BB74BF65-592F-4E69-8624-49987F35FC71}">
      <dgm:prSet/>
      <dgm:spPr/>
      <dgm:t>
        <a:bodyPr/>
        <a:lstStyle/>
        <a:p>
          <a:endParaRPr lang="en-US"/>
        </a:p>
      </dgm:t>
    </dgm:pt>
    <dgm:pt modelId="{D6BCE3E2-71D8-44DC-AAA7-7796715512E2}" type="sibTrans" cxnId="{BB74BF65-592F-4E69-8624-49987F35FC71}">
      <dgm:prSet/>
      <dgm:spPr/>
      <dgm:t>
        <a:bodyPr/>
        <a:lstStyle/>
        <a:p>
          <a:endParaRPr lang="en-US"/>
        </a:p>
      </dgm:t>
    </dgm:pt>
    <dgm:pt modelId="{1E8B4169-FD6F-420F-82AA-8719E0485E3F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Show that pretraining on unlabeled audio improves recognition accuracy.</a:t>
          </a:r>
        </a:p>
      </dgm:t>
    </dgm:pt>
    <dgm:pt modelId="{D93F4BF5-C541-4FF7-803C-890B4729B847}" type="sibTrans" cxnId="{86C78A44-047D-4342-B5F5-E21ADB0710D7}">
      <dgm:prSet/>
      <dgm:spPr/>
      <dgm:t>
        <a:bodyPr/>
        <a:lstStyle/>
        <a:p>
          <a:endParaRPr lang="en-US"/>
        </a:p>
      </dgm:t>
    </dgm:pt>
    <dgm:pt modelId="{C11680F5-5A25-4320-849B-4A40ECA0962D}" type="parTrans" cxnId="{86C78A44-047D-4342-B5F5-E21ADB0710D7}">
      <dgm:prSet/>
      <dgm:spPr/>
      <dgm:t>
        <a:bodyPr/>
        <a:lstStyle/>
        <a:p>
          <a:endParaRPr lang="en-US"/>
        </a:p>
      </dgm:t>
    </dgm:pt>
    <dgm:pt modelId="{747A466C-6B7B-4BB7-A447-3B594A5AF329}" type="pres">
      <dgm:prSet presAssocID="{4FEA50AF-D74E-49DE-B6D7-F4F8FBC0C337}" presName="Name0" presStyleCnt="0">
        <dgm:presLayoutVars>
          <dgm:dir/>
          <dgm:resizeHandles val="exact"/>
        </dgm:presLayoutVars>
      </dgm:prSet>
      <dgm:spPr/>
    </dgm:pt>
    <dgm:pt modelId="{B6FF5B37-B97B-4BDF-9FBF-7FF337A0E7F6}" type="pres">
      <dgm:prSet presAssocID="{5B2D579E-FE99-4CBA-AFFA-CA9FBC419276}" presName="node" presStyleLbl="node1" presStyleIdx="0" presStyleCnt="4">
        <dgm:presLayoutVars>
          <dgm:bulletEnabled val="1"/>
        </dgm:presLayoutVars>
      </dgm:prSet>
      <dgm:spPr/>
    </dgm:pt>
    <dgm:pt modelId="{053573B3-C957-459B-9D6D-DAB1EED4DB16}" type="pres">
      <dgm:prSet presAssocID="{058B658B-5732-4A31-A218-4FBF06C05CDD}" presName="sibTrans" presStyleLbl="sibTrans1D1" presStyleIdx="0" presStyleCnt="3"/>
      <dgm:spPr/>
    </dgm:pt>
    <dgm:pt modelId="{EDDEAFB4-BC9E-409B-A6E6-797BF7A2C262}" type="pres">
      <dgm:prSet presAssocID="{058B658B-5732-4A31-A218-4FBF06C05CDD}" presName="connectorText" presStyleLbl="sibTrans1D1" presStyleIdx="0" presStyleCnt="3"/>
      <dgm:spPr/>
    </dgm:pt>
    <dgm:pt modelId="{AED635A8-4F45-4569-9DD8-850FFD6F471E}" type="pres">
      <dgm:prSet presAssocID="{1E8B4169-FD6F-420F-82AA-8719E0485E3F}" presName="node" presStyleLbl="node1" presStyleIdx="1" presStyleCnt="4">
        <dgm:presLayoutVars>
          <dgm:bulletEnabled val="1"/>
        </dgm:presLayoutVars>
      </dgm:prSet>
      <dgm:spPr/>
    </dgm:pt>
    <dgm:pt modelId="{7A33B8A4-D870-4B8E-89EC-54BB02A7C3CF}" type="pres">
      <dgm:prSet presAssocID="{D93F4BF5-C541-4FF7-803C-890B4729B847}" presName="sibTrans" presStyleLbl="sibTrans1D1" presStyleIdx="1" presStyleCnt="3"/>
      <dgm:spPr/>
    </dgm:pt>
    <dgm:pt modelId="{1B5D3708-5C0F-4482-9D3E-F1CFACFB167D}" type="pres">
      <dgm:prSet presAssocID="{D93F4BF5-C541-4FF7-803C-890B4729B847}" presName="connectorText" presStyleLbl="sibTrans1D1" presStyleIdx="1" presStyleCnt="3"/>
      <dgm:spPr/>
    </dgm:pt>
    <dgm:pt modelId="{DD289BCA-367D-4B42-9E22-2B74BA8C857C}" type="pres">
      <dgm:prSet presAssocID="{DCB9521D-66D8-4E2D-BC25-D6CD368FA161}" presName="node" presStyleLbl="node1" presStyleIdx="2" presStyleCnt="4">
        <dgm:presLayoutVars>
          <dgm:bulletEnabled val="1"/>
        </dgm:presLayoutVars>
      </dgm:prSet>
      <dgm:spPr/>
    </dgm:pt>
    <dgm:pt modelId="{6A16BCF7-CF2D-4B32-BC88-B6EDE4574F4E}" type="pres">
      <dgm:prSet presAssocID="{CE40EA3B-40D6-4744-AEF6-2824F41A4159}" presName="sibTrans" presStyleLbl="sibTrans1D1" presStyleIdx="2" presStyleCnt="3"/>
      <dgm:spPr/>
    </dgm:pt>
    <dgm:pt modelId="{57DC1738-C6CC-463C-A5AE-684A2E83ED47}" type="pres">
      <dgm:prSet presAssocID="{CE40EA3B-40D6-4744-AEF6-2824F41A4159}" presName="connectorText" presStyleLbl="sibTrans1D1" presStyleIdx="2" presStyleCnt="3"/>
      <dgm:spPr/>
    </dgm:pt>
    <dgm:pt modelId="{724E2092-803F-4661-B32C-69EEEC15BB0C}" type="pres">
      <dgm:prSet presAssocID="{B7C28733-ECE0-4B54-BCB9-C11E72855111}" presName="node" presStyleLbl="node1" presStyleIdx="3" presStyleCnt="4">
        <dgm:presLayoutVars>
          <dgm:bulletEnabled val="1"/>
        </dgm:presLayoutVars>
      </dgm:prSet>
      <dgm:spPr/>
    </dgm:pt>
  </dgm:ptLst>
  <dgm:cxnLst>
    <dgm:cxn modelId="{6BD7E419-5D03-4524-BE4C-A7B46AB7A142}" type="presOf" srcId="{058B658B-5732-4A31-A218-4FBF06C05CDD}" destId="{053573B3-C957-459B-9D6D-DAB1EED4DB16}" srcOrd="0" destOrd="0" presId="urn:microsoft.com/office/officeart/2016/7/layout/RepeatingBendingProcessNew"/>
    <dgm:cxn modelId="{74E14C24-E1E8-4053-853C-FC29BD848746}" type="presOf" srcId="{D93F4BF5-C541-4FF7-803C-890B4729B847}" destId="{1B5D3708-5C0F-4482-9D3E-F1CFACFB167D}" srcOrd="1" destOrd="0" presId="urn:microsoft.com/office/officeart/2016/7/layout/RepeatingBendingProcessNew"/>
    <dgm:cxn modelId="{8417722C-5966-4185-A17E-8FEA7C211D8C}" type="presOf" srcId="{5B2D579E-FE99-4CBA-AFFA-CA9FBC419276}" destId="{B6FF5B37-B97B-4BDF-9FBF-7FF337A0E7F6}" srcOrd="0" destOrd="0" presId="urn:microsoft.com/office/officeart/2016/7/layout/RepeatingBendingProcessNew"/>
    <dgm:cxn modelId="{7DE11E60-174B-482A-9601-E8F7871F5D36}" type="presOf" srcId="{D93F4BF5-C541-4FF7-803C-890B4729B847}" destId="{7A33B8A4-D870-4B8E-89EC-54BB02A7C3CF}" srcOrd="0" destOrd="0" presId="urn:microsoft.com/office/officeart/2016/7/layout/RepeatingBendingProcessNew"/>
    <dgm:cxn modelId="{86C78A44-047D-4342-B5F5-E21ADB0710D7}" srcId="{4FEA50AF-D74E-49DE-B6D7-F4F8FBC0C337}" destId="{1E8B4169-FD6F-420F-82AA-8719E0485E3F}" srcOrd="1" destOrd="0" parTransId="{C11680F5-5A25-4320-849B-4A40ECA0962D}" sibTransId="{D93F4BF5-C541-4FF7-803C-890B4729B847}"/>
    <dgm:cxn modelId="{BB74BF65-592F-4E69-8624-49987F35FC71}" srcId="{4FEA50AF-D74E-49DE-B6D7-F4F8FBC0C337}" destId="{B7C28733-ECE0-4B54-BCB9-C11E72855111}" srcOrd="3" destOrd="0" parTransId="{93CC935A-3B58-4124-878C-A993C09E8F8C}" sibTransId="{D6BCE3E2-71D8-44DC-AAA7-7796715512E2}"/>
    <dgm:cxn modelId="{9A814F70-CF7D-4C7B-9C75-A97CFA68E3B8}" type="presOf" srcId="{DCB9521D-66D8-4E2D-BC25-D6CD368FA161}" destId="{DD289BCA-367D-4B42-9E22-2B74BA8C857C}" srcOrd="0" destOrd="0" presId="urn:microsoft.com/office/officeart/2016/7/layout/RepeatingBendingProcessNew"/>
    <dgm:cxn modelId="{BC94A19F-3A4D-4651-B113-71B0B8C3F339}" type="presOf" srcId="{058B658B-5732-4A31-A218-4FBF06C05CDD}" destId="{EDDEAFB4-BC9E-409B-A6E6-797BF7A2C262}" srcOrd="1" destOrd="0" presId="urn:microsoft.com/office/officeart/2016/7/layout/RepeatingBendingProcessNew"/>
    <dgm:cxn modelId="{743490A2-BFCB-4806-874A-DF8DB06D0216}" srcId="{4FEA50AF-D74E-49DE-B6D7-F4F8FBC0C337}" destId="{DCB9521D-66D8-4E2D-BC25-D6CD368FA161}" srcOrd="2" destOrd="0" parTransId="{E14E5839-D9BC-4B4B-B94A-D967898EEA11}" sibTransId="{CE40EA3B-40D6-4744-AEF6-2824F41A4159}"/>
    <dgm:cxn modelId="{DFF232AE-280F-47B1-9A26-1CA77D529E2B}" type="presOf" srcId="{CE40EA3B-40D6-4744-AEF6-2824F41A4159}" destId="{6A16BCF7-CF2D-4B32-BC88-B6EDE4574F4E}" srcOrd="0" destOrd="0" presId="urn:microsoft.com/office/officeart/2016/7/layout/RepeatingBendingProcessNew"/>
    <dgm:cxn modelId="{FB5DC7C5-437B-4E91-B061-FD3FE3FC7C5B}" srcId="{4FEA50AF-D74E-49DE-B6D7-F4F8FBC0C337}" destId="{5B2D579E-FE99-4CBA-AFFA-CA9FBC419276}" srcOrd="0" destOrd="0" parTransId="{FA2BFD45-E835-4FA6-91E7-9BB9E9733FB4}" sibTransId="{058B658B-5732-4A31-A218-4FBF06C05CDD}"/>
    <dgm:cxn modelId="{EEE01FCE-D61D-4B0E-8BC2-13326A4EBB51}" type="presOf" srcId="{4FEA50AF-D74E-49DE-B6D7-F4F8FBC0C337}" destId="{747A466C-6B7B-4BB7-A447-3B594A5AF329}" srcOrd="0" destOrd="0" presId="urn:microsoft.com/office/officeart/2016/7/layout/RepeatingBendingProcessNew"/>
    <dgm:cxn modelId="{B1BFBEE3-CEC3-40A3-A686-80C12E9E2F14}" type="presOf" srcId="{CE40EA3B-40D6-4744-AEF6-2824F41A4159}" destId="{57DC1738-C6CC-463C-A5AE-684A2E83ED47}" srcOrd="1" destOrd="0" presId="urn:microsoft.com/office/officeart/2016/7/layout/RepeatingBendingProcessNew"/>
    <dgm:cxn modelId="{0700F0E8-E629-4060-80AD-9564F017ACD6}" type="presOf" srcId="{1E8B4169-FD6F-420F-82AA-8719E0485E3F}" destId="{AED635A8-4F45-4569-9DD8-850FFD6F471E}" srcOrd="0" destOrd="0" presId="urn:microsoft.com/office/officeart/2016/7/layout/RepeatingBendingProcessNew"/>
    <dgm:cxn modelId="{1F78E9F8-FA2F-4766-A1A8-2DD72F891282}" type="presOf" srcId="{B7C28733-ECE0-4B54-BCB9-C11E72855111}" destId="{724E2092-803F-4661-B32C-69EEEC15BB0C}" srcOrd="0" destOrd="0" presId="urn:microsoft.com/office/officeart/2016/7/layout/RepeatingBendingProcessNew"/>
    <dgm:cxn modelId="{73E7AE2D-0954-49D4-BAA3-B67F36718ED3}" type="presParOf" srcId="{747A466C-6B7B-4BB7-A447-3B594A5AF329}" destId="{B6FF5B37-B97B-4BDF-9FBF-7FF337A0E7F6}" srcOrd="0" destOrd="0" presId="urn:microsoft.com/office/officeart/2016/7/layout/RepeatingBendingProcessNew"/>
    <dgm:cxn modelId="{F8A0D033-6CD1-49E9-A4F7-0EB25B5653A0}" type="presParOf" srcId="{747A466C-6B7B-4BB7-A447-3B594A5AF329}" destId="{053573B3-C957-459B-9D6D-DAB1EED4DB16}" srcOrd="1" destOrd="0" presId="urn:microsoft.com/office/officeart/2016/7/layout/RepeatingBendingProcessNew"/>
    <dgm:cxn modelId="{91BCFB65-BFCF-4B0A-B795-BD37BCEB480B}" type="presParOf" srcId="{053573B3-C957-459B-9D6D-DAB1EED4DB16}" destId="{EDDEAFB4-BC9E-409B-A6E6-797BF7A2C262}" srcOrd="0" destOrd="0" presId="urn:microsoft.com/office/officeart/2016/7/layout/RepeatingBendingProcessNew"/>
    <dgm:cxn modelId="{A4D4487A-AC2B-45D2-A0DE-4577287DFEAA}" type="presParOf" srcId="{747A466C-6B7B-4BB7-A447-3B594A5AF329}" destId="{AED635A8-4F45-4569-9DD8-850FFD6F471E}" srcOrd="2" destOrd="0" presId="urn:microsoft.com/office/officeart/2016/7/layout/RepeatingBendingProcessNew"/>
    <dgm:cxn modelId="{56383E02-882B-412B-9111-25AB115FA569}" type="presParOf" srcId="{747A466C-6B7B-4BB7-A447-3B594A5AF329}" destId="{7A33B8A4-D870-4B8E-89EC-54BB02A7C3CF}" srcOrd="3" destOrd="0" presId="urn:microsoft.com/office/officeart/2016/7/layout/RepeatingBendingProcessNew"/>
    <dgm:cxn modelId="{4EBD4F80-1633-4581-9D69-9AE56498187B}" type="presParOf" srcId="{7A33B8A4-D870-4B8E-89EC-54BB02A7C3CF}" destId="{1B5D3708-5C0F-4482-9D3E-F1CFACFB167D}" srcOrd="0" destOrd="0" presId="urn:microsoft.com/office/officeart/2016/7/layout/RepeatingBendingProcessNew"/>
    <dgm:cxn modelId="{E21331BA-7E0F-428B-AD2F-992B1B1ADA69}" type="presParOf" srcId="{747A466C-6B7B-4BB7-A447-3B594A5AF329}" destId="{DD289BCA-367D-4B42-9E22-2B74BA8C857C}" srcOrd="4" destOrd="0" presId="urn:microsoft.com/office/officeart/2016/7/layout/RepeatingBendingProcessNew"/>
    <dgm:cxn modelId="{A134ADA6-C73E-481A-928D-3F77F541C823}" type="presParOf" srcId="{747A466C-6B7B-4BB7-A447-3B594A5AF329}" destId="{6A16BCF7-CF2D-4B32-BC88-B6EDE4574F4E}" srcOrd="5" destOrd="0" presId="urn:microsoft.com/office/officeart/2016/7/layout/RepeatingBendingProcessNew"/>
    <dgm:cxn modelId="{2D0E8395-F57C-42E1-9897-69C55C0B70AF}" type="presParOf" srcId="{6A16BCF7-CF2D-4B32-BC88-B6EDE4574F4E}" destId="{57DC1738-C6CC-463C-A5AE-684A2E83ED47}" srcOrd="0" destOrd="0" presId="urn:microsoft.com/office/officeart/2016/7/layout/RepeatingBendingProcessNew"/>
    <dgm:cxn modelId="{5F4343EB-901D-48E5-AEA2-C3B1DC509969}" type="presParOf" srcId="{747A466C-6B7B-4BB7-A447-3B594A5AF329}" destId="{724E2092-803F-4661-B32C-69EEEC15BB0C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3D14092-0F76-4564-A16F-8CC99320E209}" type="doc">
      <dgm:prSet loTypeId="urn:microsoft.com/office/officeart/2018/2/layout/IconCircle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52AAB07-939D-4FA4-944C-36724D5D06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wav2vec (2019):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CNN encoder trained with contrastive loss.</a:t>
          </a:r>
        </a:p>
      </dgm:t>
    </dgm:pt>
    <dgm:pt modelId="{5F7C6382-0BCA-42AC-BBFB-2363EAA032BF}" type="parTrans" cxnId="{ABA16332-E305-41CA-8036-6D7F4D46D6AF}">
      <dgm:prSet/>
      <dgm:spPr/>
      <dgm:t>
        <a:bodyPr/>
        <a:lstStyle/>
        <a:p>
          <a:endParaRPr lang="en-US"/>
        </a:p>
      </dgm:t>
    </dgm:pt>
    <dgm:pt modelId="{FB5DC210-C0A5-4D21-8C30-8B74C160ADAB}" type="sibTrans" cxnId="{ABA16332-E305-41CA-8036-6D7F4D46D6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1D4001-C3F3-414F-8E6D-7EC51C9F03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vq-wav2vec (2020):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Introduced quantization to learn discrete units.</a:t>
          </a:r>
        </a:p>
      </dgm:t>
    </dgm:pt>
    <dgm:pt modelId="{94E4AF7A-0D02-46FF-9AAE-DA3009B0191F}" type="parTrans" cxnId="{9AE170F7-6AB9-4AE0-B40C-07B4C90567F8}">
      <dgm:prSet/>
      <dgm:spPr/>
      <dgm:t>
        <a:bodyPr/>
        <a:lstStyle/>
        <a:p>
          <a:endParaRPr lang="en-US"/>
        </a:p>
      </dgm:t>
    </dgm:pt>
    <dgm:pt modelId="{19AAB916-C327-40AD-ABAC-72C61C6B4395}" type="sibTrans" cxnId="{9AE170F7-6AB9-4AE0-B40C-07B4C90567F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696ED54-A5CE-419E-8814-B5CCD20B14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Contrastive Predictive Coding (CPC):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 Predicted future representations from past context.</a:t>
          </a:r>
        </a:p>
      </dgm:t>
    </dgm:pt>
    <dgm:pt modelId="{9362D14A-1E50-4DB9-B0F9-4DEB3C633A07}" type="parTrans" cxnId="{58398B95-361E-44C5-9CD7-4DA832C952FA}">
      <dgm:prSet/>
      <dgm:spPr/>
      <dgm:t>
        <a:bodyPr/>
        <a:lstStyle/>
        <a:p>
          <a:endParaRPr lang="en-US"/>
        </a:p>
      </dgm:t>
    </dgm:pt>
    <dgm:pt modelId="{88AA24AE-45E7-413D-9A1F-775CBC586B27}" type="sibTrans" cxnId="{58398B95-361E-44C5-9CD7-4DA832C952F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033E995-DCCE-4168-A96E-9D00A6488F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wav2vec 2.0 unified these ideas with transformers and masking like BERT.</a:t>
          </a:r>
        </a:p>
      </dgm:t>
    </dgm:pt>
    <dgm:pt modelId="{BE9C5257-40D7-4864-8256-F4B171EC858B}" type="parTrans" cxnId="{C00D75C7-FBAD-4683-8118-8D11746150F2}">
      <dgm:prSet/>
      <dgm:spPr/>
      <dgm:t>
        <a:bodyPr/>
        <a:lstStyle/>
        <a:p>
          <a:endParaRPr lang="en-US"/>
        </a:p>
      </dgm:t>
    </dgm:pt>
    <dgm:pt modelId="{4D36945B-1C04-42C5-84B4-E537BA646AC4}" type="sibTrans" cxnId="{C00D75C7-FBAD-4683-8118-8D11746150F2}">
      <dgm:prSet/>
      <dgm:spPr/>
      <dgm:t>
        <a:bodyPr/>
        <a:lstStyle/>
        <a:p>
          <a:endParaRPr lang="en-US"/>
        </a:p>
      </dgm:t>
    </dgm:pt>
    <dgm:pt modelId="{BACBBA41-1EFF-4C2F-AEA2-BA1418EA3E4C}" type="pres">
      <dgm:prSet presAssocID="{13D14092-0F76-4564-A16F-8CC99320E209}" presName="root" presStyleCnt="0">
        <dgm:presLayoutVars>
          <dgm:dir/>
          <dgm:resizeHandles val="exact"/>
        </dgm:presLayoutVars>
      </dgm:prSet>
      <dgm:spPr/>
    </dgm:pt>
    <dgm:pt modelId="{D9A89016-72A0-4E29-9FB8-14C52569179B}" type="pres">
      <dgm:prSet presAssocID="{13D14092-0F76-4564-A16F-8CC99320E209}" presName="container" presStyleCnt="0">
        <dgm:presLayoutVars>
          <dgm:dir/>
          <dgm:resizeHandles val="exact"/>
        </dgm:presLayoutVars>
      </dgm:prSet>
      <dgm:spPr/>
    </dgm:pt>
    <dgm:pt modelId="{D028138A-91D6-4374-8E6F-566934771998}" type="pres">
      <dgm:prSet presAssocID="{852AAB07-939D-4FA4-944C-36724D5D0656}" presName="compNode" presStyleCnt="0"/>
      <dgm:spPr/>
    </dgm:pt>
    <dgm:pt modelId="{5C76DB1E-43BC-46CB-89D3-BB72155D55E9}" type="pres">
      <dgm:prSet presAssocID="{852AAB07-939D-4FA4-944C-36724D5D0656}" presName="iconBgRect" presStyleLbl="bgShp" presStyleIdx="0" presStyleCnt="4"/>
      <dgm:spPr/>
    </dgm:pt>
    <dgm:pt modelId="{460E30AF-A918-4F38-B79D-026D12D4BEF0}" type="pres">
      <dgm:prSet presAssocID="{852AAB07-939D-4FA4-944C-36724D5D065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ABEA0C9D-A494-4420-B1E8-58151B355F59}" type="pres">
      <dgm:prSet presAssocID="{852AAB07-939D-4FA4-944C-36724D5D0656}" presName="spaceRect" presStyleCnt="0"/>
      <dgm:spPr/>
    </dgm:pt>
    <dgm:pt modelId="{EC1976BE-5DAB-43E7-A27C-83F83B20A78F}" type="pres">
      <dgm:prSet presAssocID="{852AAB07-939D-4FA4-944C-36724D5D0656}" presName="textRect" presStyleLbl="revTx" presStyleIdx="0" presStyleCnt="4">
        <dgm:presLayoutVars>
          <dgm:chMax val="1"/>
          <dgm:chPref val="1"/>
        </dgm:presLayoutVars>
      </dgm:prSet>
      <dgm:spPr/>
    </dgm:pt>
    <dgm:pt modelId="{A166E7A3-55BD-4E2F-B485-A364CFFAC7EE}" type="pres">
      <dgm:prSet presAssocID="{FB5DC210-C0A5-4D21-8C30-8B74C160ADAB}" presName="sibTrans" presStyleLbl="sibTrans2D1" presStyleIdx="0" presStyleCnt="0"/>
      <dgm:spPr/>
    </dgm:pt>
    <dgm:pt modelId="{C3C7B4BF-50E4-42FA-8CEA-CA24FD21F21C}" type="pres">
      <dgm:prSet presAssocID="{961D4001-C3F3-414F-8E6D-7EC51C9F038F}" presName="compNode" presStyleCnt="0"/>
      <dgm:spPr/>
    </dgm:pt>
    <dgm:pt modelId="{830979E2-4247-433E-A1D9-18D82AF1821B}" type="pres">
      <dgm:prSet presAssocID="{961D4001-C3F3-414F-8E6D-7EC51C9F038F}" presName="iconBgRect" presStyleLbl="bgShp" presStyleIdx="1" presStyleCnt="4"/>
      <dgm:spPr/>
    </dgm:pt>
    <dgm:pt modelId="{D4D7ED77-E57C-4E4C-B57D-2CD8828DD8C0}" type="pres">
      <dgm:prSet presAssocID="{961D4001-C3F3-414F-8E6D-7EC51C9F038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A72601C6-24AB-4BFD-8E5A-42AE551CDF8A}" type="pres">
      <dgm:prSet presAssocID="{961D4001-C3F3-414F-8E6D-7EC51C9F038F}" presName="spaceRect" presStyleCnt="0"/>
      <dgm:spPr/>
    </dgm:pt>
    <dgm:pt modelId="{53EFC1F4-4FF9-453C-A5DC-C8E600FE8B44}" type="pres">
      <dgm:prSet presAssocID="{961D4001-C3F3-414F-8E6D-7EC51C9F038F}" presName="textRect" presStyleLbl="revTx" presStyleIdx="1" presStyleCnt="4">
        <dgm:presLayoutVars>
          <dgm:chMax val="1"/>
          <dgm:chPref val="1"/>
        </dgm:presLayoutVars>
      </dgm:prSet>
      <dgm:spPr/>
    </dgm:pt>
    <dgm:pt modelId="{5EDE17F5-647B-4B7D-BAF6-D38696058DB8}" type="pres">
      <dgm:prSet presAssocID="{19AAB916-C327-40AD-ABAC-72C61C6B4395}" presName="sibTrans" presStyleLbl="sibTrans2D1" presStyleIdx="0" presStyleCnt="0"/>
      <dgm:spPr/>
    </dgm:pt>
    <dgm:pt modelId="{1A20A936-43F8-4495-A5D8-EEFAE0E96DAD}" type="pres">
      <dgm:prSet presAssocID="{0696ED54-A5CE-419E-8814-B5CCD20B14A7}" presName="compNode" presStyleCnt="0"/>
      <dgm:spPr/>
    </dgm:pt>
    <dgm:pt modelId="{D731299C-734B-473F-B7E1-A340C965C1A0}" type="pres">
      <dgm:prSet presAssocID="{0696ED54-A5CE-419E-8814-B5CCD20B14A7}" presName="iconBgRect" presStyleLbl="bgShp" presStyleIdx="2" presStyleCnt="4"/>
      <dgm:spPr/>
    </dgm:pt>
    <dgm:pt modelId="{65E2FE45-B638-4671-9E2F-9679C4783EAD}" type="pres">
      <dgm:prSet presAssocID="{0696ED54-A5CE-419E-8814-B5CCD20B14A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B5752744-D5BB-448D-B0F4-B5034128C96C}" type="pres">
      <dgm:prSet presAssocID="{0696ED54-A5CE-419E-8814-B5CCD20B14A7}" presName="spaceRect" presStyleCnt="0"/>
      <dgm:spPr/>
    </dgm:pt>
    <dgm:pt modelId="{DC0C8E37-91F9-4D61-8584-F50E085B7C55}" type="pres">
      <dgm:prSet presAssocID="{0696ED54-A5CE-419E-8814-B5CCD20B14A7}" presName="textRect" presStyleLbl="revTx" presStyleIdx="2" presStyleCnt="4">
        <dgm:presLayoutVars>
          <dgm:chMax val="1"/>
          <dgm:chPref val="1"/>
        </dgm:presLayoutVars>
      </dgm:prSet>
      <dgm:spPr/>
    </dgm:pt>
    <dgm:pt modelId="{7F453AFC-7295-4AD4-9A41-4955D62EBC42}" type="pres">
      <dgm:prSet presAssocID="{88AA24AE-45E7-413D-9A1F-775CBC586B27}" presName="sibTrans" presStyleLbl="sibTrans2D1" presStyleIdx="0" presStyleCnt="0"/>
      <dgm:spPr/>
    </dgm:pt>
    <dgm:pt modelId="{F90F2186-1967-444B-B383-CE6A5E8E6DB3}" type="pres">
      <dgm:prSet presAssocID="{3033E995-DCCE-4168-A96E-9D00A6488FDD}" presName="compNode" presStyleCnt="0"/>
      <dgm:spPr/>
    </dgm:pt>
    <dgm:pt modelId="{79FFA6B4-F48F-4CA2-A62F-F4F7A8B81CD5}" type="pres">
      <dgm:prSet presAssocID="{3033E995-DCCE-4168-A96E-9D00A6488FDD}" presName="iconBgRect" presStyleLbl="bgShp" presStyleIdx="3" presStyleCnt="4"/>
      <dgm:spPr/>
    </dgm:pt>
    <dgm:pt modelId="{F342FB5F-3401-49E5-B709-B5F50D30D97F}" type="pres">
      <dgm:prSet presAssocID="{3033E995-DCCE-4168-A96E-9D00A6488FD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D2A19603-0FCC-478C-AD69-DB5B7DF58611}" type="pres">
      <dgm:prSet presAssocID="{3033E995-DCCE-4168-A96E-9D00A6488FDD}" presName="spaceRect" presStyleCnt="0"/>
      <dgm:spPr/>
    </dgm:pt>
    <dgm:pt modelId="{90DFD305-B70A-4018-A92B-BD870B380AA7}" type="pres">
      <dgm:prSet presAssocID="{3033E995-DCCE-4168-A96E-9D00A6488FD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5BBB223-02EC-4949-B45F-649538A138BA}" type="presOf" srcId="{0696ED54-A5CE-419E-8814-B5CCD20B14A7}" destId="{DC0C8E37-91F9-4D61-8584-F50E085B7C55}" srcOrd="0" destOrd="0" presId="urn:microsoft.com/office/officeart/2018/2/layout/IconCircleList"/>
    <dgm:cxn modelId="{ABA16332-E305-41CA-8036-6D7F4D46D6AF}" srcId="{13D14092-0F76-4564-A16F-8CC99320E209}" destId="{852AAB07-939D-4FA4-944C-36724D5D0656}" srcOrd="0" destOrd="0" parTransId="{5F7C6382-0BCA-42AC-BBFB-2363EAA032BF}" sibTransId="{FB5DC210-C0A5-4D21-8C30-8B74C160ADAB}"/>
    <dgm:cxn modelId="{51CEB635-A97D-4257-81DE-A52E927F62BA}" type="presOf" srcId="{19AAB916-C327-40AD-ABAC-72C61C6B4395}" destId="{5EDE17F5-647B-4B7D-BAF6-D38696058DB8}" srcOrd="0" destOrd="0" presId="urn:microsoft.com/office/officeart/2018/2/layout/IconCircleList"/>
    <dgm:cxn modelId="{8CC84064-92C8-4CD8-BC61-93A176755598}" type="presOf" srcId="{3033E995-DCCE-4168-A96E-9D00A6488FDD}" destId="{90DFD305-B70A-4018-A92B-BD870B380AA7}" srcOrd="0" destOrd="0" presId="urn:microsoft.com/office/officeart/2018/2/layout/IconCircleList"/>
    <dgm:cxn modelId="{6C97DA64-9E10-4478-8F91-AA4D8AD327AA}" type="presOf" srcId="{88AA24AE-45E7-413D-9A1F-775CBC586B27}" destId="{7F453AFC-7295-4AD4-9A41-4955D62EBC42}" srcOrd="0" destOrd="0" presId="urn:microsoft.com/office/officeart/2018/2/layout/IconCircleList"/>
    <dgm:cxn modelId="{58398B95-361E-44C5-9CD7-4DA832C952FA}" srcId="{13D14092-0F76-4564-A16F-8CC99320E209}" destId="{0696ED54-A5CE-419E-8814-B5CCD20B14A7}" srcOrd="2" destOrd="0" parTransId="{9362D14A-1E50-4DB9-B0F9-4DEB3C633A07}" sibTransId="{88AA24AE-45E7-413D-9A1F-775CBC586B27}"/>
    <dgm:cxn modelId="{9BC0509A-104D-48C4-8A62-89EEC9B16F99}" type="presOf" srcId="{FB5DC210-C0A5-4D21-8C30-8B74C160ADAB}" destId="{A166E7A3-55BD-4E2F-B485-A364CFFAC7EE}" srcOrd="0" destOrd="0" presId="urn:microsoft.com/office/officeart/2018/2/layout/IconCircleList"/>
    <dgm:cxn modelId="{E87A00A7-9A96-4D22-A955-752FCA69EC68}" type="presOf" srcId="{13D14092-0F76-4564-A16F-8CC99320E209}" destId="{BACBBA41-1EFF-4C2F-AEA2-BA1418EA3E4C}" srcOrd="0" destOrd="0" presId="urn:microsoft.com/office/officeart/2018/2/layout/IconCircleList"/>
    <dgm:cxn modelId="{4F2B34C1-6A27-4CEA-9312-A9E9B5EC6F22}" type="presOf" srcId="{961D4001-C3F3-414F-8E6D-7EC51C9F038F}" destId="{53EFC1F4-4FF9-453C-A5DC-C8E600FE8B44}" srcOrd="0" destOrd="0" presId="urn:microsoft.com/office/officeart/2018/2/layout/IconCircleList"/>
    <dgm:cxn modelId="{C00D75C7-FBAD-4683-8118-8D11746150F2}" srcId="{13D14092-0F76-4564-A16F-8CC99320E209}" destId="{3033E995-DCCE-4168-A96E-9D00A6488FDD}" srcOrd="3" destOrd="0" parTransId="{BE9C5257-40D7-4864-8256-F4B171EC858B}" sibTransId="{4D36945B-1C04-42C5-84B4-E537BA646AC4}"/>
    <dgm:cxn modelId="{BFD7B0E5-ABA4-49B8-9BCC-DC87DBD11805}" type="presOf" srcId="{852AAB07-939D-4FA4-944C-36724D5D0656}" destId="{EC1976BE-5DAB-43E7-A27C-83F83B20A78F}" srcOrd="0" destOrd="0" presId="urn:microsoft.com/office/officeart/2018/2/layout/IconCircleList"/>
    <dgm:cxn modelId="{9AE170F7-6AB9-4AE0-B40C-07B4C90567F8}" srcId="{13D14092-0F76-4564-A16F-8CC99320E209}" destId="{961D4001-C3F3-414F-8E6D-7EC51C9F038F}" srcOrd="1" destOrd="0" parTransId="{94E4AF7A-0D02-46FF-9AAE-DA3009B0191F}" sibTransId="{19AAB916-C327-40AD-ABAC-72C61C6B4395}"/>
    <dgm:cxn modelId="{7D45B698-377F-44F9-80CA-21A0ABB6329A}" type="presParOf" srcId="{BACBBA41-1EFF-4C2F-AEA2-BA1418EA3E4C}" destId="{D9A89016-72A0-4E29-9FB8-14C52569179B}" srcOrd="0" destOrd="0" presId="urn:microsoft.com/office/officeart/2018/2/layout/IconCircleList"/>
    <dgm:cxn modelId="{572A2577-06E6-4766-A624-FCED888B7985}" type="presParOf" srcId="{D9A89016-72A0-4E29-9FB8-14C52569179B}" destId="{D028138A-91D6-4374-8E6F-566934771998}" srcOrd="0" destOrd="0" presId="urn:microsoft.com/office/officeart/2018/2/layout/IconCircleList"/>
    <dgm:cxn modelId="{26689631-3B67-4659-B80D-0DA5771E3361}" type="presParOf" srcId="{D028138A-91D6-4374-8E6F-566934771998}" destId="{5C76DB1E-43BC-46CB-89D3-BB72155D55E9}" srcOrd="0" destOrd="0" presId="urn:microsoft.com/office/officeart/2018/2/layout/IconCircleList"/>
    <dgm:cxn modelId="{551C9B3B-3870-4C30-A5D6-60434C849F78}" type="presParOf" srcId="{D028138A-91D6-4374-8E6F-566934771998}" destId="{460E30AF-A918-4F38-B79D-026D12D4BEF0}" srcOrd="1" destOrd="0" presId="urn:microsoft.com/office/officeart/2018/2/layout/IconCircleList"/>
    <dgm:cxn modelId="{16DFE497-4D20-43F3-B737-085558EF1A0F}" type="presParOf" srcId="{D028138A-91D6-4374-8E6F-566934771998}" destId="{ABEA0C9D-A494-4420-B1E8-58151B355F59}" srcOrd="2" destOrd="0" presId="urn:microsoft.com/office/officeart/2018/2/layout/IconCircleList"/>
    <dgm:cxn modelId="{7D1FA535-E8C9-448E-83EC-1F4A3CF35F53}" type="presParOf" srcId="{D028138A-91D6-4374-8E6F-566934771998}" destId="{EC1976BE-5DAB-43E7-A27C-83F83B20A78F}" srcOrd="3" destOrd="0" presId="urn:microsoft.com/office/officeart/2018/2/layout/IconCircleList"/>
    <dgm:cxn modelId="{1DC6B6C0-4010-4130-B496-CFDB84EF8C94}" type="presParOf" srcId="{D9A89016-72A0-4E29-9FB8-14C52569179B}" destId="{A166E7A3-55BD-4E2F-B485-A364CFFAC7EE}" srcOrd="1" destOrd="0" presId="urn:microsoft.com/office/officeart/2018/2/layout/IconCircleList"/>
    <dgm:cxn modelId="{621C21C3-AC09-4697-A94D-31418CBD03DA}" type="presParOf" srcId="{D9A89016-72A0-4E29-9FB8-14C52569179B}" destId="{C3C7B4BF-50E4-42FA-8CEA-CA24FD21F21C}" srcOrd="2" destOrd="0" presId="urn:microsoft.com/office/officeart/2018/2/layout/IconCircleList"/>
    <dgm:cxn modelId="{8ED4562B-85E9-4DB0-8824-5F6DFECA35F7}" type="presParOf" srcId="{C3C7B4BF-50E4-42FA-8CEA-CA24FD21F21C}" destId="{830979E2-4247-433E-A1D9-18D82AF1821B}" srcOrd="0" destOrd="0" presId="urn:microsoft.com/office/officeart/2018/2/layout/IconCircleList"/>
    <dgm:cxn modelId="{D931F8E7-F0E9-4A85-B17C-05B6D17BBFF8}" type="presParOf" srcId="{C3C7B4BF-50E4-42FA-8CEA-CA24FD21F21C}" destId="{D4D7ED77-E57C-4E4C-B57D-2CD8828DD8C0}" srcOrd="1" destOrd="0" presId="urn:microsoft.com/office/officeart/2018/2/layout/IconCircleList"/>
    <dgm:cxn modelId="{6F53406F-8DF5-48D2-866D-3F579A8F6FFD}" type="presParOf" srcId="{C3C7B4BF-50E4-42FA-8CEA-CA24FD21F21C}" destId="{A72601C6-24AB-4BFD-8E5A-42AE551CDF8A}" srcOrd="2" destOrd="0" presId="urn:microsoft.com/office/officeart/2018/2/layout/IconCircleList"/>
    <dgm:cxn modelId="{D9EC9FFA-BD2F-4A2A-8E76-790173BD88E5}" type="presParOf" srcId="{C3C7B4BF-50E4-42FA-8CEA-CA24FD21F21C}" destId="{53EFC1F4-4FF9-453C-A5DC-C8E600FE8B44}" srcOrd="3" destOrd="0" presId="urn:microsoft.com/office/officeart/2018/2/layout/IconCircleList"/>
    <dgm:cxn modelId="{5E45107E-5B61-4742-AB33-638C7154B835}" type="presParOf" srcId="{D9A89016-72A0-4E29-9FB8-14C52569179B}" destId="{5EDE17F5-647B-4B7D-BAF6-D38696058DB8}" srcOrd="3" destOrd="0" presId="urn:microsoft.com/office/officeart/2018/2/layout/IconCircleList"/>
    <dgm:cxn modelId="{1BBC9823-5F8B-4464-BB66-80A0725CE2D4}" type="presParOf" srcId="{D9A89016-72A0-4E29-9FB8-14C52569179B}" destId="{1A20A936-43F8-4495-A5D8-EEFAE0E96DAD}" srcOrd="4" destOrd="0" presId="urn:microsoft.com/office/officeart/2018/2/layout/IconCircleList"/>
    <dgm:cxn modelId="{6DB2DF48-905D-4426-B017-17318CB1BDF4}" type="presParOf" srcId="{1A20A936-43F8-4495-A5D8-EEFAE0E96DAD}" destId="{D731299C-734B-473F-B7E1-A340C965C1A0}" srcOrd="0" destOrd="0" presId="urn:microsoft.com/office/officeart/2018/2/layout/IconCircleList"/>
    <dgm:cxn modelId="{10A3E3E8-2938-4982-832E-D9157CF3F01F}" type="presParOf" srcId="{1A20A936-43F8-4495-A5D8-EEFAE0E96DAD}" destId="{65E2FE45-B638-4671-9E2F-9679C4783EAD}" srcOrd="1" destOrd="0" presId="urn:microsoft.com/office/officeart/2018/2/layout/IconCircleList"/>
    <dgm:cxn modelId="{04AC04BF-3020-49F2-89B5-CC1514AB20E5}" type="presParOf" srcId="{1A20A936-43F8-4495-A5D8-EEFAE0E96DAD}" destId="{B5752744-D5BB-448D-B0F4-B5034128C96C}" srcOrd="2" destOrd="0" presId="urn:microsoft.com/office/officeart/2018/2/layout/IconCircleList"/>
    <dgm:cxn modelId="{1224FC77-BDF6-4C0E-99FC-132A58A2E4F6}" type="presParOf" srcId="{1A20A936-43F8-4495-A5D8-EEFAE0E96DAD}" destId="{DC0C8E37-91F9-4D61-8584-F50E085B7C55}" srcOrd="3" destOrd="0" presId="urn:microsoft.com/office/officeart/2018/2/layout/IconCircleList"/>
    <dgm:cxn modelId="{26CA96FD-E23A-4F54-97EF-78AAC2F27C03}" type="presParOf" srcId="{D9A89016-72A0-4E29-9FB8-14C52569179B}" destId="{7F453AFC-7295-4AD4-9A41-4955D62EBC42}" srcOrd="5" destOrd="0" presId="urn:microsoft.com/office/officeart/2018/2/layout/IconCircleList"/>
    <dgm:cxn modelId="{20C037F2-DF83-4F76-A842-8D017D5B932C}" type="presParOf" srcId="{D9A89016-72A0-4E29-9FB8-14C52569179B}" destId="{F90F2186-1967-444B-B383-CE6A5E8E6DB3}" srcOrd="6" destOrd="0" presId="urn:microsoft.com/office/officeart/2018/2/layout/IconCircleList"/>
    <dgm:cxn modelId="{295DB784-92C1-4DC6-90A9-3E1FB7EEFC14}" type="presParOf" srcId="{F90F2186-1967-444B-B383-CE6A5E8E6DB3}" destId="{79FFA6B4-F48F-4CA2-A62F-F4F7A8B81CD5}" srcOrd="0" destOrd="0" presId="urn:microsoft.com/office/officeart/2018/2/layout/IconCircleList"/>
    <dgm:cxn modelId="{EDE0505B-FE5E-4EAE-891F-D8EDF03A2751}" type="presParOf" srcId="{F90F2186-1967-444B-B383-CE6A5E8E6DB3}" destId="{F342FB5F-3401-49E5-B709-B5F50D30D97F}" srcOrd="1" destOrd="0" presId="urn:microsoft.com/office/officeart/2018/2/layout/IconCircleList"/>
    <dgm:cxn modelId="{BF84E32C-EC38-4FDB-89AB-B0F3B3DC143D}" type="presParOf" srcId="{F90F2186-1967-444B-B383-CE6A5E8E6DB3}" destId="{D2A19603-0FCC-478C-AD69-DB5B7DF58611}" srcOrd="2" destOrd="0" presId="urn:microsoft.com/office/officeart/2018/2/layout/IconCircleList"/>
    <dgm:cxn modelId="{08C7BF7C-CEE6-4577-9132-607B7CF9E203}" type="presParOf" srcId="{F90F2186-1967-444B-B383-CE6A5E8E6DB3}" destId="{90DFD305-B70A-4018-A92B-BD870B380AA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152406-4FF2-4FC9-8B91-8E961E75E8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5DAFA9-1400-4B79-8F22-695D5441EF7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600" b="1">
              <a:latin typeface="Times New Roman" panose="02020603050405020304" pitchFamily="18" charset="0"/>
              <a:cs typeface="Times New Roman" panose="02020603050405020304" pitchFamily="18" charset="0"/>
            </a:rPr>
            <a:t>Model Variants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80F6F4-8F98-46AA-BE10-9234E7836FD9}" type="parTrans" cxnId="{9BF0049F-85AC-4197-9200-AB493B54B717}">
      <dgm:prSet/>
      <dgm:spPr/>
      <dgm:t>
        <a:bodyPr/>
        <a:lstStyle/>
        <a:p>
          <a:endParaRPr lang="en-US"/>
        </a:p>
      </dgm:t>
    </dgm:pt>
    <dgm:pt modelId="{719AF730-E42C-49F6-91D4-B8721BF64530}" type="sibTrans" cxnId="{9BF0049F-85AC-4197-9200-AB493B54B717}">
      <dgm:prSet/>
      <dgm:spPr/>
      <dgm:t>
        <a:bodyPr/>
        <a:lstStyle/>
        <a:p>
          <a:endParaRPr lang="en-US"/>
        </a:p>
      </dgm:t>
    </dgm:pt>
    <dgm:pt modelId="{61CECD6C-F15F-486C-A449-1CEDD33F63B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Base: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12 transformer layers (~95M params)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0ED0A3-B4B4-48B0-9B55-5BC5065F4187}" type="parTrans" cxnId="{2CA1D283-8FC8-4A3B-984F-413A13C2A1EC}">
      <dgm:prSet/>
      <dgm:spPr/>
      <dgm:t>
        <a:bodyPr/>
        <a:lstStyle/>
        <a:p>
          <a:endParaRPr lang="en-US"/>
        </a:p>
      </dgm:t>
    </dgm:pt>
    <dgm:pt modelId="{FDDE64EC-0E45-4143-87FD-702113E579D0}" type="sibTrans" cxnId="{2CA1D283-8FC8-4A3B-984F-413A13C2A1EC}">
      <dgm:prSet/>
      <dgm:spPr/>
      <dgm:t>
        <a:bodyPr/>
        <a:lstStyle/>
        <a:p>
          <a:endParaRPr lang="en-US"/>
        </a:p>
      </dgm:t>
    </dgm:pt>
    <dgm:pt modelId="{E925AF7D-B5B5-43C7-B045-078B2D84B65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Large: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24 layers (~317M params)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3D27C0-DAB8-4374-B043-FE889C530104}" type="parTrans" cxnId="{BEDBD417-F465-45F1-A9CB-3D35F0CB64DC}">
      <dgm:prSet/>
      <dgm:spPr/>
      <dgm:t>
        <a:bodyPr/>
        <a:lstStyle/>
        <a:p>
          <a:endParaRPr lang="en-US"/>
        </a:p>
      </dgm:t>
    </dgm:pt>
    <dgm:pt modelId="{AFB081BA-7257-416A-B16A-6BD3CD4E38B4}" type="sibTrans" cxnId="{BEDBD417-F465-45F1-A9CB-3D35F0CB64DC}">
      <dgm:prSet/>
      <dgm:spPr/>
      <dgm:t>
        <a:bodyPr/>
        <a:lstStyle/>
        <a:p>
          <a:endParaRPr lang="en-US"/>
        </a:p>
      </dgm:t>
    </dgm:pt>
    <dgm:pt modelId="{1E362F26-1098-42D2-A166-E49D1C083DA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>
              <a:latin typeface="Times New Roman" panose="02020603050405020304" pitchFamily="18" charset="0"/>
              <a:cs typeface="Times New Roman" panose="02020603050405020304" pitchFamily="18" charset="0"/>
            </a:rPr>
            <a:t>Evaluation Metric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744478-1990-4D63-A257-BA5DE89942B6}" type="parTrans" cxnId="{72737C26-D9FE-4DB3-8291-1AF025127EE2}">
      <dgm:prSet/>
      <dgm:spPr/>
      <dgm:t>
        <a:bodyPr/>
        <a:lstStyle/>
        <a:p>
          <a:endParaRPr lang="en-US"/>
        </a:p>
      </dgm:t>
    </dgm:pt>
    <dgm:pt modelId="{CF1F0AC0-90E5-4331-906F-CFD5F6117013}" type="sibTrans" cxnId="{72737C26-D9FE-4DB3-8291-1AF025127EE2}">
      <dgm:prSet/>
      <dgm:spPr/>
      <dgm:t>
        <a:bodyPr/>
        <a:lstStyle/>
        <a:p>
          <a:endParaRPr lang="en-US"/>
        </a:p>
      </dgm:t>
    </dgm:pt>
    <dgm:pt modelId="{A3C88F9A-B943-451F-AA36-DF15E47947B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Word Error Rate (WER)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= (Substitutions + Deletions + Insertions) / Total words</a:t>
          </a:r>
        </a:p>
      </dgm:t>
    </dgm:pt>
    <dgm:pt modelId="{7833789B-9184-4F06-92C4-EB0B04B03BAA}" type="parTrans" cxnId="{E33F14A1-AE0D-4B0F-8B4D-A3D3C4870194}">
      <dgm:prSet/>
      <dgm:spPr/>
      <dgm:t>
        <a:bodyPr/>
        <a:lstStyle/>
        <a:p>
          <a:endParaRPr lang="en-US"/>
        </a:p>
      </dgm:t>
    </dgm:pt>
    <dgm:pt modelId="{6E86A3A7-6A11-4DC2-93B5-F997A6E07EA8}" type="sibTrans" cxnId="{E33F14A1-AE0D-4B0F-8B4D-A3D3C4870194}">
      <dgm:prSet/>
      <dgm:spPr/>
      <dgm:t>
        <a:bodyPr/>
        <a:lstStyle/>
        <a:p>
          <a:endParaRPr lang="en-US"/>
        </a:p>
      </dgm:t>
    </dgm:pt>
    <dgm:pt modelId="{B90FAC38-4019-4993-A948-1A4320AAEE6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Lower WER means better transcription accuracy.</a:t>
          </a:r>
        </a:p>
      </dgm:t>
    </dgm:pt>
    <dgm:pt modelId="{2E720726-0A81-4A16-BC44-1D615116D5AE}" type="parTrans" cxnId="{AA5BF80F-05C6-4F0F-A03E-E174D8ECA092}">
      <dgm:prSet/>
      <dgm:spPr/>
      <dgm:t>
        <a:bodyPr/>
        <a:lstStyle/>
        <a:p>
          <a:endParaRPr lang="en-US"/>
        </a:p>
      </dgm:t>
    </dgm:pt>
    <dgm:pt modelId="{AB3838AE-4BB9-44BE-9BF1-73188E6C63BC}" type="sibTrans" cxnId="{AA5BF80F-05C6-4F0F-A03E-E174D8ECA092}">
      <dgm:prSet/>
      <dgm:spPr/>
      <dgm:t>
        <a:bodyPr/>
        <a:lstStyle/>
        <a:p>
          <a:endParaRPr lang="en-US"/>
        </a:p>
      </dgm:t>
    </dgm:pt>
    <dgm:pt modelId="{159BE53F-E753-4344-87F2-6A2C89F585FC}" type="pres">
      <dgm:prSet presAssocID="{2D152406-4FF2-4FC9-8B91-8E961E75E8E9}" presName="root" presStyleCnt="0">
        <dgm:presLayoutVars>
          <dgm:dir/>
          <dgm:resizeHandles val="exact"/>
        </dgm:presLayoutVars>
      </dgm:prSet>
      <dgm:spPr/>
    </dgm:pt>
    <dgm:pt modelId="{0147E991-C7CD-4D5E-AEE8-50B63EC2A37A}" type="pres">
      <dgm:prSet presAssocID="{B35DAFA9-1400-4B79-8F22-695D5441EF77}" presName="compNode" presStyleCnt="0"/>
      <dgm:spPr/>
    </dgm:pt>
    <dgm:pt modelId="{EC3F21FD-1788-439C-8846-6322C23AC1B5}" type="pres">
      <dgm:prSet presAssocID="{B35DAFA9-1400-4B79-8F22-695D5441EF77}" presName="bgRect" presStyleLbl="bgShp" presStyleIdx="0" presStyleCnt="2" custScaleY="111916"/>
      <dgm:spPr/>
    </dgm:pt>
    <dgm:pt modelId="{C62A8AA6-7B66-4843-9B35-838CAE0B15D0}" type="pres">
      <dgm:prSet presAssocID="{B35DAFA9-1400-4B79-8F22-695D5441EF7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7936E801-CF5A-46E3-86FA-A64DFF56ABA0}" type="pres">
      <dgm:prSet presAssocID="{B35DAFA9-1400-4B79-8F22-695D5441EF77}" presName="spaceRect" presStyleCnt="0"/>
      <dgm:spPr/>
    </dgm:pt>
    <dgm:pt modelId="{5577DAB8-39DD-45A6-A9A7-EFC1B9CCEA71}" type="pres">
      <dgm:prSet presAssocID="{B35DAFA9-1400-4B79-8F22-695D5441EF77}" presName="parTx" presStyleLbl="revTx" presStyleIdx="0" presStyleCnt="4">
        <dgm:presLayoutVars>
          <dgm:chMax val="0"/>
          <dgm:chPref val="0"/>
        </dgm:presLayoutVars>
      </dgm:prSet>
      <dgm:spPr/>
    </dgm:pt>
    <dgm:pt modelId="{7FFB26FF-B61C-408B-BB59-B74B4B0577E3}" type="pres">
      <dgm:prSet presAssocID="{B35DAFA9-1400-4B79-8F22-695D5441EF77}" presName="desTx" presStyleLbl="revTx" presStyleIdx="1" presStyleCnt="4">
        <dgm:presLayoutVars/>
      </dgm:prSet>
      <dgm:spPr/>
    </dgm:pt>
    <dgm:pt modelId="{9EC102F9-4A84-42AB-A54C-10C7315B2EF2}" type="pres">
      <dgm:prSet presAssocID="{719AF730-E42C-49F6-91D4-B8721BF64530}" presName="sibTrans" presStyleCnt="0"/>
      <dgm:spPr/>
    </dgm:pt>
    <dgm:pt modelId="{15A7243D-8B2B-41F7-BFBB-485F6688599B}" type="pres">
      <dgm:prSet presAssocID="{1E362F26-1098-42D2-A166-E49D1C083DAC}" presName="compNode" presStyleCnt="0"/>
      <dgm:spPr/>
    </dgm:pt>
    <dgm:pt modelId="{89B8F603-A340-4235-B217-CCABE58C7C75}" type="pres">
      <dgm:prSet presAssocID="{1E362F26-1098-42D2-A166-E49D1C083DAC}" presName="bgRect" presStyleLbl="bgShp" presStyleIdx="1" presStyleCnt="2" custScaleY="128364"/>
      <dgm:spPr/>
    </dgm:pt>
    <dgm:pt modelId="{F23227A5-000F-4257-97F1-F1B793499E8A}" type="pres">
      <dgm:prSet presAssocID="{1E362F26-1098-42D2-A166-E49D1C083DA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098F880C-5BD3-4878-8510-2AD78F549545}" type="pres">
      <dgm:prSet presAssocID="{1E362F26-1098-42D2-A166-E49D1C083DAC}" presName="spaceRect" presStyleCnt="0"/>
      <dgm:spPr/>
    </dgm:pt>
    <dgm:pt modelId="{B6D822DB-8FA3-457D-BB82-2F4F1EC9BCCD}" type="pres">
      <dgm:prSet presAssocID="{1E362F26-1098-42D2-A166-E49D1C083DAC}" presName="parTx" presStyleLbl="revTx" presStyleIdx="2" presStyleCnt="4">
        <dgm:presLayoutVars>
          <dgm:chMax val="0"/>
          <dgm:chPref val="0"/>
        </dgm:presLayoutVars>
      </dgm:prSet>
      <dgm:spPr/>
    </dgm:pt>
    <dgm:pt modelId="{9905DE28-76FF-49C2-94BA-4C6CDEF3D8A8}" type="pres">
      <dgm:prSet presAssocID="{1E362F26-1098-42D2-A166-E49D1C083DAC}" presName="desTx" presStyleLbl="revTx" presStyleIdx="3" presStyleCnt="4">
        <dgm:presLayoutVars/>
      </dgm:prSet>
      <dgm:spPr/>
    </dgm:pt>
  </dgm:ptLst>
  <dgm:cxnLst>
    <dgm:cxn modelId="{5EA91B06-FFF6-4B47-9CEE-CA89185D68AA}" type="presOf" srcId="{B90FAC38-4019-4993-A948-1A4320AAEE6B}" destId="{9905DE28-76FF-49C2-94BA-4C6CDEF3D8A8}" srcOrd="0" destOrd="1" presId="urn:microsoft.com/office/officeart/2018/2/layout/IconVerticalSolidList"/>
    <dgm:cxn modelId="{AA5BF80F-05C6-4F0F-A03E-E174D8ECA092}" srcId="{1E362F26-1098-42D2-A166-E49D1C083DAC}" destId="{B90FAC38-4019-4993-A948-1A4320AAEE6B}" srcOrd="1" destOrd="0" parTransId="{2E720726-0A81-4A16-BC44-1D615116D5AE}" sibTransId="{AB3838AE-4BB9-44BE-9BF1-73188E6C63BC}"/>
    <dgm:cxn modelId="{BEDBD417-F465-45F1-A9CB-3D35F0CB64DC}" srcId="{B35DAFA9-1400-4B79-8F22-695D5441EF77}" destId="{E925AF7D-B5B5-43C7-B045-078B2D84B65E}" srcOrd="1" destOrd="0" parTransId="{8A3D27C0-DAB8-4374-B043-FE889C530104}" sibTransId="{AFB081BA-7257-416A-B16A-6BD3CD4E38B4}"/>
    <dgm:cxn modelId="{72737C26-D9FE-4DB3-8291-1AF025127EE2}" srcId="{2D152406-4FF2-4FC9-8B91-8E961E75E8E9}" destId="{1E362F26-1098-42D2-A166-E49D1C083DAC}" srcOrd="1" destOrd="0" parTransId="{91744478-1990-4D63-A257-BA5DE89942B6}" sibTransId="{CF1F0AC0-90E5-4331-906F-CFD5F6117013}"/>
    <dgm:cxn modelId="{C3719046-EED2-47F4-A57D-B4572C139168}" type="presOf" srcId="{A3C88F9A-B943-451F-AA36-DF15E47947B2}" destId="{9905DE28-76FF-49C2-94BA-4C6CDEF3D8A8}" srcOrd="0" destOrd="0" presId="urn:microsoft.com/office/officeart/2018/2/layout/IconVerticalSolidList"/>
    <dgm:cxn modelId="{2CA1D283-8FC8-4A3B-984F-413A13C2A1EC}" srcId="{B35DAFA9-1400-4B79-8F22-695D5441EF77}" destId="{61CECD6C-F15F-486C-A449-1CEDD33F63B7}" srcOrd="0" destOrd="0" parTransId="{A50ED0A3-B4B4-48B0-9B55-5BC5065F4187}" sibTransId="{FDDE64EC-0E45-4143-87FD-702113E579D0}"/>
    <dgm:cxn modelId="{ECEFEA94-E344-4B19-AEA0-8AAEDE42B22B}" type="presOf" srcId="{61CECD6C-F15F-486C-A449-1CEDD33F63B7}" destId="{7FFB26FF-B61C-408B-BB59-B74B4B0577E3}" srcOrd="0" destOrd="0" presId="urn:microsoft.com/office/officeart/2018/2/layout/IconVerticalSolidList"/>
    <dgm:cxn modelId="{9BF0049F-85AC-4197-9200-AB493B54B717}" srcId="{2D152406-4FF2-4FC9-8B91-8E961E75E8E9}" destId="{B35DAFA9-1400-4B79-8F22-695D5441EF77}" srcOrd="0" destOrd="0" parTransId="{1380F6F4-8F98-46AA-BE10-9234E7836FD9}" sibTransId="{719AF730-E42C-49F6-91D4-B8721BF64530}"/>
    <dgm:cxn modelId="{E33F14A1-AE0D-4B0F-8B4D-A3D3C4870194}" srcId="{1E362F26-1098-42D2-A166-E49D1C083DAC}" destId="{A3C88F9A-B943-451F-AA36-DF15E47947B2}" srcOrd="0" destOrd="0" parTransId="{7833789B-9184-4F06-92C4-EB0B04B03BAA}" sibTransId="{6E86A3A7-6A11-4DC2-93B5-F997A6E07EA8}"/>
    <dgm:cxn modelId="{6943A4AC-3240-4055-8ABC-BAEF14225946}" type="presOf" srcId="{B35DAFA9-1400-4B79-8F22-695D5441EF77}" destId="{5577DAB8-39DD-45A6-A9A7-EFC1B9CCEA71}" srcOrd="0" destOrd="0" presId="urn:microsoft.com/office/officeart/2018/2/layout/IconVerticalSolidList"/>
    <dgm:cxn modelId="{87507BAE-54F0-42AB-9B27-B9155107D44C}" type="presOf" srcId="{E925AF7D-B5B5-43C7-B045-078B2D84B65E}" destId="{7FFB26FF-B61C-408B-BB59-B74B4B0577E3}" srcOrd="0" destOrd="1" presId="urn:microsoft.com/office/officeart/2018/2/layout/IconVerticalSolidList"/>
    <dgm:cxn modelId="{6171C6BF-1F5C-4D62-980D-544A0D31177A}" type="presOf" srcId="{2D152406-4FF2-4FC9-8B91-8E961E75E8E9}" destId="{159BE53F-E753-4344-87F2-6A2C89F585FC}" srcOrd="0" destOrd="0" presId="urn:microsoft.com/office/officeart/2018/2/layout/IconVerticalSolidList"/>
    <dgm:cxn modelId="{65B184DD-AB45-4DB9-A847-DF5A22ABFC06}" type="presOf" srcId="{1E362F26-1098-42D2-A166-E49D1C083DAC}" destId="{B6D822DB-8FA3-457D-BB82-2F4F1EC9BCCD}" srcOrd="0" destOrd="0" presId="urn:microsoft.com/office/officeart/2018/2/layout/IconVerticalSolidList"/>
    <dgm:cxn modelId="{1E3AC1FC-1E0E-4104-93F5-A74670E3909A}" type="presParOf" srcId="{159BE53F-E753-4344-87F2-6A2C89F585FC}" destId="{0147E991-C7CD-4D5E-AEE8-50B63EC2A37A}" srcOrd="0" destOrd="0" presId="urn:microsoft.com/office/officeart/2018/2/layout/IconVerticalSolidList"/>
    <dgm:cxn modelId="{E8015B7F-E03B-46D0-A188-66E0577D37AE}" type="presParOf" srcId="{0147E991-C7CD-4D5E-AEE8-50B63EC2A37A}" destId="{EC3F21FD-1788-439C-8846-6322C23AC1B5}" srcOrd="0" destOrd="0" presId="urn:microsoft.com/office/officeart/2018/2/layout/IconVerticalSolidList"/>
    <dgm:cxn modelId="{C12C8559-97FC-46F8-988D-6C8761CF367F}" type="presParOf" srcId="{0147E991-C7CD-4D5E-AEE8-50B63EC2A37A}" destId="{C62A8AA6-7B66-4843-9B35-838CAE0B15D0}" srcOrd="1" destOrd="0" presId="urn:microsoft.com/office/officeart/2018/2/layout/IconVerticalSolidList"/>
    <dgm:cxn modelId="{DD6B9441-E336-42E2-B2AF-252623206A53}" type="presParOf" srcId="{0147E991-C7CD-4D5E-AEE8-50B63EC2A37A}" destId="{7936E801-CF5A-46E3-86FA-A64DFF56ABA0}" srcOrd="2" destOrd="0" presId="urn:microsoft.com/office/officeart/2018/2/layout/IconVerticalSolidList"/>
    <dgm:cxn modelId="{7C1AC709-AF49-4598-9695-6C47CC7C4458}" type="presParOf" srcId="{0147E991-C7CD-4D5E-AEE8-50B63EC2A37A}" destId="{5577DAB8-39DD-45A6-A9A7-EFC1B9CCEA71}" srcOrd="3" destOrd="0" presId="urn:microsoft.com/office/officeart/2018/2/layout/IconVerticalSolidList"/>
    <dgm:cxn modelId="{C0AACA0F-F8FA-47A0-A775-14975AB7A955}" type="presParOf" srcId="{0147E991-C7CD-4D5E-AEE8-50B63EC2A37A}" destId="{7FFB26FF-B61C-408B-BB59-B74B4B0577E3}" srcOrd="4" destOrd="0" presId="urn:microsoft.com/office/officeart/2018/2/layout/IconVerticalSolidList"/>
    <dgm:cxn modelId="{07C43801-CA37-40A7-B1DB-F88E956BE95E}" type="presParOf" srcId="{159BE53F-E753-4344-87F2-6A2C89F585FC}" destId="{9EC102F9-4A84-42AB-A54C-10C7315B2EF2}" srcOrd="1" destOrd="0" presId="urn:microsoft.com/office/officeart/2018/2/layout/IconVerticalSolidList"/>
    <dgm:cxn modelId="{DD848731-3F08-4E4E-A122-756027BDB84A}" type="presParOf" srcId="{159BE53F-E753-4344-87F2-6A2C89F585FC}" destId="{15A7243D-8B2B-41F7-BFBB-485F6688599B}" srcOrd="2" destOrd="0" presId="urn:microsoft.com/office/officeart/2018/2/layout/IconVerticalSolidList"/>
    <dgm:cxn modelId="{F4E283D3-E9AC-4051-86BA-866548A829BC}" type="presParOf" srcId="{15A7243D-8B2B-41F7-BFBB-485F6688599B}" destId="{89B8F603-A340-4235-B217-CCABE58C7C75}" srcOrd="0" destOrd="0" presId="urn:microsoft.com/office/officeart/2018/2/layout/IconVerticalSolidList"/>
    <dgm:cxn modelId="{5BC52DD0-4A0D-4556-ABDE-4D0CA6AC92C3}" type="presParOf" srcId="{15A7243D-8B2B-41F7-BFBB-485F6688599B}" destId="{F23227A5-000F-4257-97F1-F1B793499E8A}" srcOrd="1" destOrd="0" presId="urn:microsoft.com/office/officeart/2018/2/layout/IconVerticalSolidList"/>
    <dgm:cxn modelId="{213742CB-3F28-40E2-A25C-DFDB67C901F6}" type="presParOf" srcId="{15A7243D-8B2B-41F7-BFBB-485F6688599B}" destId="{098F880C-5BD3-4878-8510-2AD78F549545}" srcOrd="2" destOrd="0" presId="urn:microsoft.com/office/officeart/2018/2/layout/IconVerticalSolidList"/>
    <dgm:cxn modelId="{455F4F5B-5157-4C00-9E70-AD4A40018C73}" type="presParOf" srcId="{15A7243D-8B2B-41F7-BFBB-485F6688599B}" destId="{B6D822DB-8FA3-457D-BB82-2F4F1EC9BCCD}" srcOrd="3" destOrd="0" presId="urn:microsoft.com/office/officeart/2018/2/layout/IconVerticalSolidList"/>
    <dgm:cxn modelId="{038A1B57-2593-4537-9E46-DD65F1DEA41F}" type="presParOf" srcId="{15A7243D-8B2B-41F7-BFBB-485F6688599B}" destId="{9905DE28-76FF-49C2-94BA-4C6CDEF3D8A8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AAEC94-D66B-4740-920E-65B0B328DFA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BD4A88-2FF2-47F8-9378-998B1989275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Even with 10 min of labeled data, wav2vec 2.0 performs close to fully supervised systems.</a:t>
          </a:r>
        </a:p>
      </dgm:t>
    </dgm:pt>
    <dgm:pt modelId="{15838DD7-29D3-4834-8590-463EBEB348B4}" type="parTrans" cxnId="{CB94B051-4CBE-4577-8305-50FED2A771FF}">
      <dgm:prSet/>
      <dgm:spPr/>
      <dgm:t>
        <a:bodyPr/>
        <a:lstStyle/>
        <a:p>
          <a:endParaRPr lang="en-US"/>
        </a:p>
      </dgm:t>
    </dgm:pt>
    <dgm:pt modelId="{5844ADF8-41A7-4372-9624-921E98B22C8A}" type="sibTrans" cxnId="{CB94B051-4CBE-4577-8305-50FED2A771FF}">
      <dgm:prSet/>
      <dgm:spPr/>
      <dgm:t>
        <a:bodyPr/>
        <a:lstStyle/>
        <a:p>
          <a:endParaRPr lang="en-US"/>
        </a:p>
      </dgm:t>
    </dgm:pt>
    <dgm:pt modelId="{A8F8A560-E605-46FE-ACD8-8AF745CAF31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Larger unlabeled datasets improve downstream results.</a:t>
          </a:r>
        </a:p>
      </dgm:t>
    </dgm:pt>
    <dgm:pt modelId="{3846EE04-6421-498A-B673-1D02D07FD12A}" type="parTrans" cxnId="{D3275E32-0CD6-4F13-9E42-68BAC3FA8C0C}">
      <dgm:prSet/>
      <dgm:spPr/>
      <dgm:t>
        <a:bodyPr/>
        <a:lstStyle/>
        <a:p>
          <a:endParaRPr lang="en-US"/>
        </a:p>
      </dgm:t>
    </dgm:pt>
    <dgm:pt modelId="{3D39345C-0DA2-4717-9ECC-DAE4F4F3EA51}" type="sibTrans" cxnId="{D3275E32-0CD6-4F13-9E42-68BAC3FA8C0C}">
      <dgm:prSet/>
      <dgm:spPr/>
      <dgm:t>
        <a:bodyPr/>
        <a:lstStyle/>
        <a:p>
          <a:endParaRPr lang="en-US"/>
        </a:p>
      </dgm:t>
    </dgm:pt>
    <dgm:pt modelId="{111FBD34-7D2B-4EC3-96BF-B7FADEE793B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Fine-tuning is lightweight and efficient.</a:t>
          </a:r>
        </a:p>
      </dgm:t>
    </dgm:pt>
    <dgm:pt modelId="{C80CAE2F-F3D9-4BE3-8E84-7032B7A9EF6F}" type="parTrans" cxnId="{3FC87F35-0F65-4510-B0A9-17E62152C0F3}">
      <dgm:prSet/>
      <dgm:spPr/>
      <dgm:t>
        <a:bodyPr/>
        <a:lstStyle/>
        <a:p>
          <a:endParaRPr lang="en-US"/>
        </a:p>
      </dgm:t>
    </dgm:pt>
    <dgm:pt modelId="{2748A553-226A-4584-9FC3-369DF9ACE2D1}" type="sibTrans" cxnId="{3FC87F35-0F65-4510-B0A9-17E62152C0F3}">
      <dgm:prSet/>
      <dgm:spPr/>
      <dgm:t>
        <a:bodyPr/>
        <a:lstStyle/>
        <a:p>
          <a:endParaRPr lang="en-US"/>
        </a:p>
      </dgm:t>
    </dgm:pt>
    <dgm:pt modelId="{30AA8B76-D0F4-477C-BB04-E4E7DF3F85F7}" type="pres">
      <dgm:prSet presAssocID="{A4AAEC94-D66B-4740-920E-65B0B328DFAB}" presName="root" presStyleCnt="0">
        <dgm:presLayoutVars>
          <dgm:dir/>
          <dgm:resizeHandles val="exact"/>
        </dgm:presLayoutVars>
      </dgm:prSet>
      <dgm:spPr/>
    </dgm:pt>
    <dgm:pt modelId="{FE5EE371-0F87-4AA7-92CF-629208D4172B}" type="pres">
      <dgm:prSet presAssocID="{D8BD4A88-2FF2-47F8-9378-998B19892755}" presName="compNode" presStyleCnt="0"/>
      <dgm:spPr/>
    </dgm:pt>
    <dgm:pt modelId="{C70D4E47-54CA-4AFC-9778-8D5AB21286C4}" type="pres">
      <dgm:prSet presAssocID="{D8BD4A88-2FF2-47F8-9378-998B19892755}" presName="bgRect" presStyleLbl="bgShp" presStyleIdx="0" presStyleCnt="3"/>
      <dgm:spPr/>
    </dgm:pt>
    <dgm:pt modelId="{5DBC438C-2BDB-4F92-8EFA-F3909D7594D0}" type="pres">
      <dgm:prSet presAssocID="{D8BD4A88-2FF2-47F8-9378-998B198927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D83361C-AD5E-4BDF-87F3-8A58452FA5AA}" type="pres">
      <dgm:prSet presAssocID="{D8BD4A88-2FF2-47F8-9378-998B19892755}" presName="spaceRect" presStyleCnt="0"/>
      <dgm:spPr/>
    </dgm:pt>
    <dgm:pt modelId="{2BBC32AC-942F-461F-97B5-E9509ADF9575}" type="pres">
      <dgm:prSet presAssocID="{D8BD4A88-2FF2-47F8-9378-998B19892755}" presName="parTx" presStyleLbl="revTx" presStyleIdx="0" presStyleCnt="3">
        <dgm:presLayoutVars>
          <dgm:chMax val="0"/>
          <dgm:chPref val="0"/>
        </dgm:presLayoutVars>
      </dgm:prSet>
      <dgm:spPr/>
    </dgm:pt>
    <dgm:pt modelId="{BEB0C122-FAD8-4DBF-8E58-FB3D5036BC87}" type="pres">
      <dgm:prSet presAssocID="{5844ADF8-41A7-4372-9624-921E98B22C8A}" presName="sibTrans" presStyleCnt="0"/>
      <dgm:spPr/>
    </dgm:pt>
    <dgm:pt modelId="{9EECD3AA-4174-437E-A279-7A3E58CB8B8D}" type="pres">
      <dgm:prSet presAssocID="{A8F8A560-E605-46FE-ACD8-8AF745CAF319}" presName="compNode" presStyleCnt="0"/>
      <dgm:spPr/>
    </dgm:pt>
    <dgm:pt modelId="{93318E92-2BD1-47D6-B822-B8CD30730332}" type="pres">
      <dgm:prSet presAssocID="{A8F8A560-E605-46FE-ACD8-8AF745CAF319}" presName="bgRect" presStyleLbl="bgShp" presStyleIdx="1" presStyleCnt="3"/>
      <dgm:spPr/>
    </dgm:pt>
    <dgm:pt modelId="{D95C8E75-B8CA-447A-99F4-A45A8922AF78}" type="pres">
      <dgm:prSet presAssocID="{A8F8A560-E605-46FE-ACD8-8AF745CAF3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0612F1F-DB67-4D87-A907-5FEEA9E1742E}" type="pres">
      <dgm:prSet presAssocID="{A8F8A560-E605-46FE-ACD8-8AF745CAF319}" presName="spaceRect" presStyleCnt="0"/>
      <dgm:spPr/>
    </dgm:pt>
    <dgm:pt modelId="{42D34B95-D9E6-4B95-9B3E-4D2198E6FA8D}" type="pres">
      <dgm:prSet presAssocID="{A8F8A560-E605-46FE-ACD8-8AF745CAF319}" presName="parTx" presStyleLbl="revTx" presStyleIdx="1" presStyleCnt="3">
        <dgm:presLayoutVars>
          <dgm:chMax val="0"/>
          <dgm:chPref val="0"/>
        </dgm:presLayoutVars>
      </dgm:prSet>
      <dgm:spPr/>
    </dgm:pt>
    <dgm:pt modelId="{96D258EE-00E1-40D1-97EB-5A0331CE12C7}" type="pres">
      <dgm:prSet presAssocID="{3D39345C-0DA2-4717-9ECC-DAE4F4F3EA51}" presName="sibTrans" presStyleCnt="0"/>
      <dgm:spPr/>
    </dgm:pt>
    <dgm:pt modelId="{462336C1-842D-4D3A-8FA6-B52BB148EB60}" type="pres">
      <dgm:prSet presAssocID="{111FBD34-7D2B-4EC3-96BF-B7FADEE793BB}" presName="compNode" presStyleCnt="0"/>
      <dgm:spPr/>
    </dgm:pt>
    <dgm:pt modelId="{EEE7CF7E-44D6-47EF-A98E-FF7CEB5EBFF1}" type="pres">
      <dgm:prSet presAssocID="{111FBD34-7D2B-4EC3-96BF-B7FADEE793BB}" presName="bgRect" presStyleLbl="bgShp" presStyleIdx="2" presStyleCnt="3"/>
      <dgm:spPr/>
    </dgm:pt>
    <dgm:pt modelId="{C3440B4D-B509-47E3-A93C-F1FAA27413C3}" type="pres">
      <dgm:prSet presAssocID="{111FBD34-7D2B-4EC3-96BF-B7FADEE793B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s"/>
        </a:ext>
      </dgm:extLst>
    </dgm:pt>
    <dgm:pt modelId="{19074DFE-5A16-4EF6-A9EB-B48FDDA83900}" type="pres">
      <dgm:prSet presAssocID="{111FBD34-7D2B-4EC3-96BF-B7FADEE793BB}" presName="spaceRect" presStyleCnt="0"/>
      <dgm:spPr/>
    </dgm:pt>
    <dgm:pt modelId="{D6B09387-0439-4FD1-89D2-EAD4071779AE}" type="pres">
      <dgm:prSet presAssocID="{111FBD34-7D2B-4EC3-96BF-B7FADEE793B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9AABE03-3D8C-4A37-8390-F8869761CC2F}" type="presOf" srcId="{D8BD4A88-2FF2-47F8-9378-998B19892755}" destId="{2BBC32AC-942F-461F-97B5-E9509ADF9575}" srcOrd="0" destOrd="0" presId="urn:microsoft.com/office/officeart/2018/2/layout/IconVerticalSolidList"/>
    <dgm:cxn modelId="{D3275E32-0CD6-4F13-9E42-68BAC3FA8C0C}" srcId="{A4AAEC94-D66B-4740-920E-65B0B328DFAB}" destId="{A8F8A560-E605-46FE-ACD8-8AF745CAF319}" srcOrd="1" destOrd="0" parTransId="{3846EE04-6421-498A-B673-1D02D07FD12A}" sibTransId="{3D39345C-0DA2-4717-9ECC-DAE4F4F3EA51}"/>
    <dgm:cxn modelId="{3FC87F35-0F65-4510-B0A9-17E62152C0F3}" srcId="{A4AAEC94-D66B-4740-920E-65B0B328DFAB}" destId="{111FBD34-7D2B-4EC3-96BF-B7FADEE793BB}" srcOrd="2" destOrd="0" parTransId="{C80CAE2F-F3D9-4BE3-8E84-7032B7A9EF6F}" sibTransId="{2748A553-226A-4584-9FC3-369DF9ACE2D1}"/>
    <dgm:cxn modelId="{D927006D-2EBE-4163-BE71-F9D7B0984B79}" type="presOf" srcId="{111FBD34-7D2B-4EC3-96BF-B7FADEE793BB}" destId="{D6B09387-0439-4FD1-89D2-EAD4071779AE}" srcOrd="0" destOrd="0" presId="urn:microsoft.com/office/officeart/2018/2/layout/IconVerticalSolidList"/>
    <dgm:cxn modelId="{CB94B051-4CBE-4577-8305-50FED2A771FF}" srcId="{A4AAEC94-D66B-4740-920E-65B0B328DFAB}" destId="{D8BD4A88-2FF2-47F8-9378-998B19892755}" srcOrd="0" destOrd="0" parTransId="{15838DD7-29D3-4834-8590-463EBEB348B4}" sibTransId="{5844ADF8-41A7-4372-9624-921E98B22C8A}"/>
    <dgm:cxn modelId="{72D1CDA7-11E3-41C8-9A95-9191991615B2}" type="presOf" srcId="{A8F8A560-E605-46FE-ACD8-8AF745CAF319}" destId="{42D34B95-D9E6-4B95-9B3E-4D2198E6FA8D}" srcOrd="0" destOrd="0" presId="urn:microsoft.com/office/officeart/2018/2/layout/IconVerticalSolidList"/>
    <dgm:cxn modelId="{D02FCCB3-9E41-4233-B4D7-59FA31E75E54}" type="presOf" srcId="{A4AAEC94-D66B-4740-920E-65B0B328DFAB}" destId="{30AA8B76-D0F4-477C-BB04-E4E7DF3F85F7}" srcOrd="0" destOrd="0" presId="urn:microsoft.com/office/officeart/2018/2/layout/IconVerticalSolidList"/>
    <dgm:cxn modelId="{B873929C-474D-44D2-9D36-55FB6605B5AD}" type="presParOf" srcId="{30AA8B76-D0F4-477C-BB04-E4E7DF3F85F7}" destId="{FE5EE371-0F87-4AA7-92CF-629208D4172B}" srcOrd="0" destOrd="0" presId="urn:microsoft.com/office/officeart/2018/2/layout/IconVerticalSolidList"/>
    <dgm:cxn modelId="{46B7B450-25DD-4168-87CC-FF5DB5F3BA6B}" type="presParOf" srcId="{FE5EE371-0F87-4AA7-92CF-629208D4172B}" destId="{C70D4E47-54CA-4AFC-9778-8D5AB21286C4}" srcOrd="0" destOrd="0" presId="urn:microsoft.com/office/officeart/2018/2/layout/IconVerticalSolidList"/>
    <dgm:cxn modelId="{E6A25651-C783-4121-AA48-DB41510CF934}" type="presParOf" srcId="{FE5EE371-0F87-4AA7-92CF-629208D4172B}" destId="{5DBC438C-2BDB-4F92-8EFA-F3909D7594D0}" srcOrd="1" destOrd="0" presId="urn:microsoft.com/office/officeart/2018/2/layout/IconVerticalSolidList"/>
    <dgm:cxn modelId="{33052AF2-587D-400D-8255-81370390B36D}" type="presParOf" srcId="{FE5EE371-0F87-4AA7-92CF-629208D4172B}" destId="{1D83361C-AD5E-4BDF-87F3-8A58452FA5AA}" srcOrd="2" destOrd="0" presId="urn:microsoft.com/office/officeart/2018/2/layout/IconVerticalSolidList"/>
    <dgm:cxn modelId="{6E6CBD10-4A54-401D-B8AF-C7C5B9460C7C}" type="presParOf" srcId="{FE5EE371-0F87-4AA7-92CF-629208D4172B}" destId="{2BBC32AC-942F-461F-97B5-E9509ADF9575}" srcOrd="3" destOrd="0" presId="urn:microsoft.com/office/officeart/2018/2/layout/IconVerticalSolidList"/>
    <dgm:cxn modelId="{4BEDAD13-CCB6-4003-BC49-EF4AAFDC3129}" type="presParOf" srcId="{30AA8B76-D0F4-477C-BB04-E4E7DF3F85F7}" destId="{BEB0C122-FAD8-4DBF-8E58-FB3D5036BC87}" srcOrd="1" destOrd="0" presId="urn:microsoft.com/office/officeart/2018/2/layout/IconVerticalSolidList"/>
    <dgm:cxn modelId="{02527DD9-18A5-44A4-9CA7-D87307C04F65}" type="presParOf" srcId="{30AA8B76-D0F4-477C-BB04-E4E7DF3F85F7}" destId="{9EECD3AA-4174-437E-A279-7A3E58CB8B8D}" srcOrd="2" destOrd="0" presId="urn:microsoft.com/office/officeart/2018/2/layout/IconVerticalSolidList"/>
    <dgm:cxn modelId="{D27D9AD0-9401-4286-8754-489C7A3C2A33}" type="presParOf" srcId="{9EECD3AA-4174-437E-A279-7A3E58CB8B8D}" destId="{93318E92-2BD1-47D6-B822-B8CD30730332}" srcOrd="0" destOrd="0" presId="urn:microsoft.com/office/officeart/2018/2/layout/IconVerticalSolidList"/>
    <dgm:cxn modelId="{49492C77-B84F-4E2D-A056-C06BD52AFD7B}" type="presParOf" srcId="{9EECD3AA-4174-437E-A279-7A3E58CB8B8D}" destId="{D95C8E75-B8CA-447A-99F4-A45A8922AF78}" srcOrd="1" destOrd="0" presId="urn:microsoft.com/office/officeart/2018/2/layout/IconVerticalSolidList"/>
    <dgm:cxn modelId="{9828B969-A9DD-4CC5-A22E-6DF42AAF6855}" type="presParOf" srcId="{9EECD3AA-4174-437E-A279-7A3E58CB8B8D}" destId="{80612F1F-DB67-4D87-A907-5FEEA9E1742E}" srcOrd="2" destOrd="0" presId="urn:microsoft.com/office/officeart/2018/2/layout/IconVerticalSolidList"/>
    <dgm:cxn modelId="{E17ACC35-EF75-4C58-A00E-4F8B28419C31}" type="presParOf" srcId="{9EECD3AA-4174-437E-A279-7A3E58CB8B8D}" destId="{42D34B95-D9E6-4B95-9B3E-4D2198E6FA8D}" srcOrd="3" destOrd="0" presId="urn:microsoft.com/office/officeart/2018/2/layout/IconVerticalSolidList"/>
    <dgm:cxn modelId="{9F640454-9308-42E7-9917-FFDCBCD03895}" type="presParOf" srcId="{30AA8B76-D0F4-477C-BB04-E4E7DF3F85F7}" destId="{96D258EE-00E1-40D1-97EB-5A0331CE12C7}" srcOrd="3" destOrd="0" presId="urn:microsoft.com/office/officeart/2018/2/layout/IconVerticalSolidList"/>
    <dgm:cxn modelId="{F4DD3D31-5FD9-4602-B97D-1620BFB6648F}" type="presParOf" srcId="{30AA8B76-D0F4-477C-BB04-E4E7DF3F85F7}" destId="{462336C1-842D-4D3A-8FA6-B52BB148EB60}" srcOrd="4" destOrd="0" presId="urn:microsoft.com/office/officeart/2018/2/layout/IconVerticalSolidList"/>
    <dgm:cxn modelId="{4BCC8C2B-7CB5-4856-A8ED-D2158FAC5015}" type="presParOf" srcId="{462336C1-842D-4D3A-8FA6-B52BB148EB60}" destId="{EEE7CF7E-44D6-47EF-A98E-FF7CEB5EBFF1}" srcOrd="0" destOrd="0" presId="urn:microsoft.com/office/officeart/2018/2/layout/IconVerticalSolidList"/>
    <dgm:cxn modelId="{FB894F40-6FEF-4576-A213-FDBDA855401B}" type="presParOf" srcId="{462336C1-842D-4D3A-8FA6-B52BB148EB60}" destId="{C3440B4D-B509-47E3-A93C-F1FAA27413C3}" srcOrd="1" destOrd="0" presId="urn:microsoft.com/office/officeart/2018/2/layout/IconVerticalSolidList"/>
    <dgm:cxn modelId="{B932C6BF-2C2C-4D25-8E60-1B8A09518175}" type="presParOf" srcId="{462336C1-842D-4D3A-8FA6-B52BB148EB60}" destId="{19074DFE-5A16-4EF6-A9EB-B48FDDA83900}" srcOrd="2" destOrd="0" presId="urn:microsoft.com/office/officeart/2018/2/layout/IconVerticalSolidList"/>
    <dgm:cxn modelId="{D4632260-3675-4C90-AA31-DDE1F5C2A5C0}" type="presParOf" srcId="{462336C1-842D-4D3A-8FA6-B52BB148EB60}" destId="{D6B09387-0439-4FD1-89D2-EAD4071779A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EFAA32C-CF4F-41D5-8FCF-8027AC9E56D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A716EE-70E5-4FBA-83EB-4EFF69C450D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Title: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i="0" dirty="0">
              <a:latin typeface="Times New Roman" panose="02020603050405020304" pitchFamily="18" charset="0"/>
              <a:cs typeface="Times New Roman" panose="02020603050405020304" pitchFamily="18" charset="0"/>
            </a:rPr>
            <a:t>State-of-the-Art Speech Recognition Model Comparison</a:t>
          </a:r>
        </a:p>
      </dgm:t>
    </dgm:pt>
    <dgm:pt modelId="{42078534-54E2-4122-AD77-3AD07D9B138F}" type="parTrans" cxnId="{201C6F5D-23B1-4E54-8CD8-095E2E924B0D}">
      <dgm:prSet/>
      <dgm:spPr/>
      <dgm:t>
        <a:bodyPr/>
        <a:lstStyle/>
        <a:p>
          <a:endParaRPr lang="en-US"/>
        </a:p>
      </dgm:t>
    </dgm:pt>
    <dgm:pt modelId="{0144325D-85A7-42C1-A70E-A5726A6193B0}" type="sibTrans" cxnId="{201C6F5D-23B1-4E54-8CD8-095E2E924B0D}">
      <dgm:prSet/>
      <dgm:spPr/>
      <dgm:t>
        <a:bodyPr/>
        <a:lstStyle/>
        <a:p>
          <a:endParaRPr lang="en-US"/>
        </a:p>
      </dgm:t>
    </dgm:pt>
    <dgm:pt modelId="{84E741DC-EB33-468B-A229-7D9AD89629D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>
              <a:latin typeface="Times New Roman" panose="02020603050405020304" pitchFamily="18" charset="0"/>
              <a:cs typeface="Times New Roman" panose="02020603050405020304" pitchFamily="18" charset="0"/>
            </a:rPr>
            <a:t>Goal</a:t>
          </a:r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FF73E3-0C4E-4A49-AC06-40D660D40BEC}" type="parTrans" cxnId="{D87CE577-976E-48BE-970D-B30425B35FA9}">
      <dgm:prSet/>
      <dgm:spPr/>
      <dgm:t>
        <a:bodyPr/>
        <a:lstStyle/>
        <a:p>
          <a:endParaRPr lang="en-US"/>
        </a:p>
      </dgm:t>
    </dgm:pt>
    <dgm:pt modelId="{3A03A0DC-E74B-40DE-BBE6-49AF7C05DC87}" type="sibTrans" cxnId="{D87CE577-976E-48BE-970D-B30425B35FA9}">
      <dgm:prSet/>
      <dgm:spPr/>
      <dgm:t>
        <a:bodyPr/>
        <a:lstStyle/>
        <a:p>
          <a:endParaRPr lang="en-US"/>
        </a:p>
      </dgm:t>
    </dgm:pt>
    <dgm:pt modelId="{0E779AE2-C705-4EEC-80B1-419B7659808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Extend wav2vec 2.0 work by comparing it with other leading ASR models.</a:t>
          </a:r>
        </a:p>
      </dgm:t>
    </dgm:pt>
    <dgm:pt modelId="{B02DBEF3-E726-47DB-8847-0438DCF5C4F8}" type="parTrans" cxnId="{C9C949EF-9787-4A90-A2E2-41301C8DDF98}">
      <dgm:prSet/>
      <dgm:spPr/>
      <dgm:t>
        <a:bodyPr/>
        <a:lstStyle/>
        <a:p>
          <a:endParaRPr lang="en-US"/>
        </a:p>
      </dgm:t>
    </dgm:pt>
    <dgm:pt modelId="{2CC63769-F0E6-49C2-BE5A-EEAE473E3CE9}" type="sibTrans" cxnId="{C9C949EF-9787-4A90-A2E2-41301C8DDF98}">
      <dgm:prSet/>
      <dgm:spPr/>
      <dgm:t>
        <a:bodyPr/>
        <a:lstStyle/>
        <a:p>
          <a:endParaRPr lang="en-US"/>
        </a:p>
      </dgm:t>
    </dgm:pt>
    <dgm:pt modelId="{575887AD-9742-4CAA-80AC-31D2F21B351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Focus on performance across </a:t>
          </a:r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accuracy, speed, and memory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A86273-D145-4D4F-A391-A17C1D874B05}" type="parTrans" cxnId="{577C2563-444B-4C8B-AC37-E2509C46DCC8}">
      <dgm:prSet/>
      <dgm:spPr/>
      <dgm:t>
        <a:bodyPr/>
        <a:lstStyle/>
        <a:p>
          <a:endParaRPr lang="en-US"/>
        </a:p>
      </dgm:t>
    </dgm:pt>
    <dgm:pt modelId="{185808E8-07C6-4BFD-BDC1-754CB49BD02B}" type="sibTrans" cxnId="{577C2563-444B-4C8B-AC37-E2509C46DCC8}">
      <dgm:prSet/>
      <dgm:spPr/>
      <dgm:t>
        <a:bodyPr/>
        <a:lstStyle/>
        <a:p>
          <a:endParaRPr lang="en-US"/>
        </a:p>
      </dgm:t>
    </dgm:pt>
    <dgm:pt modelId="{9C0B64EE-F41B-4E17-8C58-C594E3FF2E16}" type="pres">
      <dgm:prSet presAssocID="{9EFAA32C-CF4F-41D5-8FCF-8027AC9E56D5}" presName="root" presStyleCnt="0">
        <dgm:presLayoutVars>
          <dgm:dir/>
          <dgm:resizeHandles val="exact"/>
        </dgm:presLayoutVars>
      </dgm:prSet>
      <dgm:spPr/>
    </dgm:pt>
    <dgm:pt modelId="{9C8E2B5C-3F95-4C42-9099-2D08BC084794}" type="pres">
      <dgm:prSet presAssocID="{B0A716EE-70E5-4FBA-83EB-4EFF69C450D8}" presName="compNode" presStyleCnt="0"/>
      <dgm:spPr/>
    </dgm:pt>
    <dgm:pt modelId="{EC6C035A-C3F7-4A2C-8289-44D3188A44EF}" type="pres">
      <dgm:prSet presAssocID="{B0A716EE-70E5-4FBA-83EB-4EFF69C450D8}" presName="bgRect" presStyleLbl="bgShp" presStyleIdx="0" presStyleCnt="2"/>
      <dgm:spPr/>
    </dgm:pt>
    <dgm:pt modelId="{9E5A5DA7-D5DB-4587-9B9F-4033C1BAD214}" type="pres">
      <dgm:prSet presAssocID="{B0A716EE-70E5-4FBA-83EB-4EFF69C450D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1AC63A0D-A341-4A76-A631-23F10AAB46C2}" type="pres">
      <dgm:prSet presAssocID="{B0A716EE-70E5-4FBA-83EB-4EFF69C450D8}" presName="spaceRect" presStyleCnt="0"/>
      <dgm:spPr/>
    </dgm:pt>
    <dgm:pt modelId="{8E04FAF7-9D29-495F-9FA3-5DCCC0605AA2}" type="pres">
      <dgm:prSet presAssocID="{B0A716EE-70E5-4FBA-83EB-4EFF69C450D8}" presName="parTx" presStyleLbl="revTx" presStyleIdx="0" presStyleCnt="3">
        <dgm:presLayoutVars>
          <dgm:chMax val="0"/>
          <dgm:chPref val="0"/>
        </dgm:presLayoutVars>
      </dgm:prSet>
      <dgm:spPr/>
    </dgm:pt>
    <dgm:pt modelId="{5537DCFD-F026-48E7-B72B-583F0FCEC5D6}" type="pres">
      <dgm:prSet presAssocID="{0144325D-85A7-42C1-A70E-A5726A6193B0}" presName="sibTrans" presStyleCnt="0"/>
      <dgm:spPr/>
    </dgm:pt>
    <dgm:pt modelId="{B45E8483-E768-48A5-BB55-CFC2C395B5E8}" type="pres">
      <dgm:prSet presAssocID="{84E741DC-EB33-468B-A229-7D9AD89629DA}" presName="compNode" presStyleCnt="0"/>
      <dgm:spPr/>
    </dgm:pt>
    <dgm:pt modelId="{46D66C17-333B-4153-A3DC-7A1AE44EF477}" type="pres">
      <dgm:prSet presAssocID="{84E741DC-EB33-468B-A229-7D9AD89629DA}" presName="bgRect" presStyleLbl="bgShp" presStyleIdx="1" presStyleCnt="2" custScaleY="174009"/>
      <dgm:spPr/>
    </dgm:pt>
    <dgm:pt modelId="{9D9EB586-FE60-4697-BEC1-1172198B6A82}" type="pres">
      <dgm:prSet presAssocID="{84E741DC-EB33-468B-A229-7D9AD89629D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6076839-5C2C-4B5C-8BDB-F47438A8971F}" type="pres">
      <dgm:prSet presAssocID="{84E741DC-EB33-468B-A229-7D9AD89629DA}" presName="spaceRect" presStyleCnt="0"/>
      <dgm:spPr/>
    </dgm:pt>
    <dgm:pt modelId="{949C30BD-6894-47D5-8E44-8F7CCB659194}" type="pres">
      <dgm:prSet presAssocID="{84E741DC-EB33-468B-A229-7D9AD89629DA}" presName="parTx" presStyleLbl="revTx" presStyleIdx="1" presStyleCnt="3">
        <dgm:presLayoutVars>
          <dgm:chMax val="0"/>
          <dgm:chPref val="0"/>
        </dgm:presLayoutVars>
      </dgm:prSet>
      <dgm:spPr/>
    </dgm:pt>
    <dgm:pt modelId="{AF334276-1B61-447B-89EE-873FEB8918C0}" type="pres">
      <dgm:prSet presAssocID="{84E741DC-EB33-468B-A229-7D9AD89629DA}" presName="desTx" presStyleLbl="revTx" presStyleIdx="2" presStyleCnt="3">
        <dgm:presLayoutVars/>
      </dgm:prSet>
      <dgm:spPr/>
    </dgm:pt>
  </dgm:ptLst>
  <dgm:cxnLst>
    <dgm:cxn modelId="{5A26711F-D49F-42A2-98D2-DF1FB1FA12AC}" type="presOf" srcId="{84E741DC-EB33-468B-A229-7D9AD89629DA}" destId="{949C30BD-6894-47D5-8E44-8F7CCB659194}" srcOrd="0" destOrd="0" presId="urn:microsoft.com/office/officeart/2018/2/layout/IconVerticalSolidList"/>
    <dgm:cxn modelId="{1CE4A42A-BE5E-46D1-A106-4FF6528B53C8}" type="presOf" srcId="{B0A716EE-70E5-4FBA-83EB-4EFF69C450D8}" destId="{8E04FAF7-9D29-495F-9FA3-5DCCC0605AA2}" srcOrd="0" destOrd="0" presId="urn:microsoft.com/office/officeart/2018/2/layout/IconVerticalSolidList"/>
    <dgm:cxn modelId="{201C6F5D-23B1-4E54-8CD8-095E2E924B0D}" srcId="{9EFAA32C-CF4F-41D5-8FCF-8027AC9E56D5}" destId="{B0A716EE-70E5-4FBA-83EB-4EFF69C450D8}" srcOrd="0" destOrd="0" parTransId="{42078534-54E2-4122-AD77-3AD07D9B138F}" sibTransId="{0144325D-85A7-42C1-A70E-A5726A6193B0}"/>
    <dgm:cxn modelId="{577C2563-444B-4C8B-AC37-E2509C46DCC8}" srcId="{84E741DC-EB33-468B-A229-7D9AD89629DA}" destId="{575887AD-9742-4CAA-80AC-31D2F21B351B}" srcOrd="1" destOrd="0" parTransId="{C8A86273-D145-4D4F-A391-A17C1D874B05}" sibTransId="{185808E8-07C6-4BFD-BDC1-754CB49BD02B}"/>
    <dgm:cxn modelId="{2F49B446-9296-4898-809F-3F97186E8A9B}" type="presOf" srcId="{0E779AE2-C705-4EEC-80B1-419B76598086}" destId="{AF334276-1B61-447B-89EE-873FEB8918C0}" srcOrd="0" destOrd="0" presId="urn:microsoft.com/office/officeart/2018/2/layout/IconVerticalSolidList"/>
    <dgm:cxn modelId="{222B5149-0128-451D-9B69-A31B0B5BCFAA}" type="presOf" srcId="{9EFAA32C-CF4F-41D5-8FCF-8027AC9E56D5}" destId="{9C0B64EE-F41B-4E17-8C58-C594E3FF2E16}" srcOrd="0" destOrd="0" presId="urn:microsoft.com/office/officeart/2018/2/layout/IconVerticalSolidList"/>
    <dgm:cxn modelId="{D87CE577-976E-48BE-970D-B30425B35FA9}" srcId="{9EFAA32C-CF4F-41D5-8FCF-8027AC9E56D5}" destId="{84E741DC-EB33-468B-A229-7D9AD89629DA}" srcOrd="1" destOrd="0" parTransId="{83FF73E3-0C4E-4A49-AC06-40D660D40BEC}" sibTransId="{3A03A0DC-E74B-40DE-BBE6-49AF7C05DC87}"/>
    <dgm:cxn modelId="{D55C857D-CCCE-4CB0-A738-7EE4C7B310CB}" type="presOf" srcId="{575887AD-9742-4CAA-80AC-31D2F21B351B}" destId="{AF334276-1B61-447B-89EE-873FEB8918C0}" srcOrd="0" destOrd="1" presId="urn:microsoft.com/office/officeart/2018/2/layout/IconVerticalSolidList"/>
    <dgm:cxn modelId="{C9C949EF-9787-4A90-A2E2-41301C8DDF98}" srcId="{84E741DC-EB33-468B-A229-7D9AD89629DA}" destId="{0E779AE2-C705-4EEC-80B1-419B76598086}" srcOrd="0" destOrd="0" parTransId="{B02DBEF3-E726-47DB-8847-0438DCF5C4F8}" sibTransId="{2CC63769-F0E6-49C2-BE5A-EEAE473E3CE9}"/>
    <dgm:cxn modelId="{62FE73D7-5EC5-4063-BC4C-5EAB68099A25}" type="presParOf" srcId="{9C0B64EE-F41B-4E17-8C58-C594E3FF2E16}" destId="{9C8E2B5C-3F95-4C42-9099-2D08BC084794}" srcOrd="0" destOrd="0" presId="urn:microsoft.com/office/officeart/2018/2/layout/IconVerticalSolidList"/>
    <dgm:cxn modelId="{11F0F350-4438-474B-A27C-8F730F48807E}" type="presParOf" srcId="{9C8E2B5C-3F95-4C42-9099-2D08BC084794}" destId="{EC6C035A-C3F7-4A2C-8289-44D3188A44EF}" srcOrd="0" destOrd="0" presId="urn:microsoft.com/office/officeart/2018/2/layout/IconVerticalSolidList"/>
    <dgm:cxn modelId="{21DDA062-8F3A-4AC0-B9E6-396F79EA0513}" type="presParOf" srcId="{9C8E2B5C-3F95-4C42-9099-2D08BC084794}" destId="{9E5A5DA7-D5DB-4587-9B9F-4033C1BAD214}" srcOrd="1" destOrd="0" presId="urn:microsoft.com/office/officeart/2018/2/layout/IconVerticalSolidList"/>
    <dgm:cxn modelId="{BE3FD555-D6B3-4CDF-80AF-9DA20CC4E7B2}" type="presParOf" srcId="{9C8E2B5C-3F95-4C42-9099-2D08BC084794}" destId="{1AC63A0D-A341-4A76-A631-23F10AAB46C2}" srcOrd="2" destOrd="0" presId="urn:microsoft.com/office/officeart/2018/2/layout/IconVerticalSolidList"/>
    <dgm:cxn modelId="{055AEA2F-7A95-4070-8C3F-192E896A4383}" type="presParOf" srcId="{9C8E2B5C-3F95-4C42-9099-2D08BC084794}" destId="{8E04FAF7-9D29-495F-9FA3-5DCCC0605AA2}" srcOrd="3" destOrd="0" presId="urn:microsoft.com/office/officeart/2018/2/layout/IconVerticalSolidList"/>
    <dgm:cxn modelId="{91F10098-67BA-4F1C-A680-22796815DD53}" type="presParOf" srcId="{9C0B64EE-F41B-4E17-8C58-C594E3FF2E16}" destId="{5537DCFD-F026-48E7-B72B-583F0FCEC5D6}" srcOrd="1" destOrd="0" presId="urn:microsoft.com/office/officeart/2018/2/layout/IconVerticalSolidList"/>
    <dgm:cxn modelId="{A0DBE5B1-BB9C-45BB-A127-97561ADAE9AA}" type="presParOf" srcId="{9C0B64EE-F41B-4E17-8C58-C594E3FF2E16}" destId="{B45E8483-E768-48A5-BB55-CFC2C395B5E8}" srcOrd="2" destOrd="0" presId="urn:microsoft.com/office/officeart/2018/2/layout/IconVerticalSolidList"/>
    <dgm:cxn modelId="{A9F9B4A0-0BC4-4CB4-A1A0-0BEEE9AF580E}" type="presParOf" srcId="{B45E8483-E768-48A5-BB55-CFC2C395B5E8}" destId="{46D66C17-333B-4153-A3DC-7A1AE44EF477}" srcOrd="0" destOrd="0" presId="urn:microsoft.com/office/officeart/2018/2/layout/IconVerticalSolidList"/>
    <dgm:cxn modelId="{83C31F69-190E-4B2E-83C1-8E410FA94067}" type="presParOf" srcId="{B45E8483-E768-48A5-BB55-CFC2C395B5E8}" destId="{9D9EB586-FE60-4697-BEC1-1172198B6A82}" srcOrd="1" destOrd="0" presId="urn:microsoft.com/office/officeart/2018/2/layout/IconVerticalSolidList"/>
    <dgm:cxn modelId="{8080D4EE-3D51-4399-BF89-F7B8A3FC4B33}" type="presParOf" srcId="{B45E8483-E768-48A5-BB55-CFC2C395B5E8}" destId="{E6076839-5C2C-4B5C-8BDB-F47438A8971F}" srcOrd="2" destOrd="0" presId="urn:microsoft.com/office/officeart/2018/2/layout/IconVerticalSolidList"/>
    <dgm:cxn modelId="{A9AB1E08-9517-4DA7-8CC6-80D0B55A3EEA}" type="presParOf" srcId="{B45E8483-E768-48A5-BB55-CFC2C395B5E8}" destId="{949C30BD-6894-47D5-8E44-8F7CCB659194}" srcOrd="3" destOrd="0" presId="urn:microsoft.com/office/officeart/2018/2/layout/IconVerticalSolidList"/>
    <dgm:cxn modelId="{6FB3E643-24E2-4998-BE37-A9C39DE6B7BB}" type="presParOf" srcId="{B45E8483-E768-48A5-BB55-CFC2C395B5E8}" destId="{AF334276-1B61-447B-89EE-873FEB8918C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F041035-5A5F-4600-AE42-B0234830C03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19BFF2-F274-448D-81EE-36994419993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>
              <a:latin typeface="Times New Roman" panose="02020603050405020304" pitchFamily="18" charset="0"/>
              <a:cs typeface="Times New Roman" panose="02020603050405020304" pitchFamily="18" charset="0"/>
            </a:rPr>
            <a:t>Datasets</a:t>
          </a:r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4F190C-E75E-4C34-9CE5-4465F1DAF8FF}" type="parTrans" cxnId="{BF51F333-031B-4F48-AE0D-70D297D7958C}">
      <dgm:prSet/>
      <dgm:spPr/>
      <dgm:t>
        <a:bodyPr/>
        <a:lstStyle/>
        <a:p>
          <a:endParaRPr lang="en-US"/>
        </a:p>
      </dgm:t>
    </dgm:pt>
    <dgm:pt modelId="{52A630F1-1317-4A18-BDF6-313E975834EC}" type="sibTrans" cxnId="{BF51F333-031B-4F48-AE0D-70D297D7958C}">
      <dgm:prSet/>
      <dgm:spPr/>
      <dgm:t>
        <a:bodyPr/>
        <a:lstStyle/>
        <a:p>
          <a:endParaRPr lang="en-US"/>
        </a:p>
      </dgm:t>
    </dgm:pt>
    <dgm:pt modelId="{317AB497-F8BB-45B7-9E59-D4889124A93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CommonVoice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2 (from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kaggle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</dgm:t>
    </dgm:pt>
    <dgm:pt modelId="{15ECFDE9-237D-4E4E-A9B3-2718B9531BA1}" type="parTrans" cxnId="{03D0A9F9-F339-420A-9A5F-212CE1A9D55D}">
      <dgm:prSet/>
      <dgm:spPr/>
      <dgm:t>
        <a:bodyPr/>
        <a:lstStyle/>
        <a:p>
          <a:endParaRPr lang="en-US"/>
        </a:p>
      </dgm:t>
    </dgm:pt>
    <dgm:pt modelId="{14601509-F1F0-481C-9C96-8E751E5F9E78}" type="sibTrans" cxnId="{03D0A9F9-F339-420A-9A5F-212CE1A9D55D}">
      <dgm:prSet/>
      <dgm:spPr/>
      <dgm:t>
        <a:bodyPr/>
        <a:lstStyle/>
        <a:p>
          <a:endParaRPr lang="en-US"/>
        </a:p>
      </dgm:t>
    </dgm:pt>
    <dgm:pt modelId="{B9EC6D70-03E2-4082-8D26-7F8B8554E46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LJSpeech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(from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kaggle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</dgm:t>
    </dgm:pt>
    <dgm:pt modelId="{5776CD1F-625C-44D5-A7AB-F2A2305B37A4}" type="parTrans" cxnId="{3F1DC65B-D40D-4BDC-95FD-ED24CD11F1D6}">
      <dgm:prSet/>
      <dgm:spPr/>
      <dgm:t>
        <a:bodyPr/>
        <a:lstStyle/>
        <a:p>
          <a:endParaRPr lang="en-US"/>
        </a:p>
      </dgm:t>
    </dgm:pt>
    <dgm:pt modelId="{61B331BF-AEF6-4B6F-A547-421066CDBD64}" type="sibTrans" cxnId="{3F1DC65B-D40D-4BDC-95FD-ED24CD11F1D6}">
      <dgm:prSet/>
      <dgm:spPr/>
      <dgm:t>
        <a:bodyPr/>
        <a:lstStyle/>
        <a:p>
          <a:endParaRPr lang="en-US"/>
        </a:p>
      </dgm:t>
    </dgm:pt>
    <dgm:pt modelId="{38A329AA-1231-4E33-87C0-5C707B7C35A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>
              <a:latin typeface="Times New Roman" panose="02020603050405020304" pitchFamily="18" charset="0"/>
              <a:cs typeface="Times New Roman" panose="02020603050405020304" pitchFamily="18" charset="0"/>
            </a:rPr>
            <a:t>Metrics</a:t>
          </a:r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80F5C1-6407-4E97-B390-23D369D13611}" type="parTrans" cxnId="{74140E2E-6E8A-4616-A010-795512F5DC9C}">
      <dgm:prSet/>
      <dgm:spPr/>
      <dgm:t>
        <a:bodyPr/>
        <a:lstStyle/>
        <a:p>
          <a:endParaRPr lang="en-US"/>
        </a:p>
      </dgm:t>
    </dgm:pt>
    <dgm:pt modelId="{6549471E-8C13-4013-A0B9-72BCA69B591A}" type="sibTrans" cxnId="{74140E2E-6E8A-4616-A010-795512F5DC9C}">
      <dgm:prSet/>
      <dgm:spPr/>
      <dgm:t>
        <a:bodyPr/>
        <a:lstStyle/>
        <a:p>
          <a:endParaRPr lang="en-US"/>
        </a:p>
      </dgm:t>
    </dgm:pt>
    <dgm:pt modelId="{AD5A38F7-E0C4-45C2-A4C5-1A864DEC910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Word Error Rate (WER)</a:t>
          </a:r>
        </a:p>
      </dgm:t>
    </dgm:pt>
    <dgm:pt modelId="{816601CC-BD25-4127-99CF-B7290B83790B}" type="parTrans" cxnId="{1A3F6DB5-C66B-469E-B13C-63AFE9CE5DF7}">
      <dgm:prSet/>
      <dgm:spPr/>
      <dgm:t>
        <a:bodyPr/>
        <a:lstStyle/>
        <a:p>
          <a:endParaRPr lang="en-US"/>
        </a:p>
      </dgm:t>
    </dgm:pt>
    <dgm:pt modelId="{262D7F53-6FB9-4170-A7B2-48404A1206FF}" type="sibTrans" cxnId="{1A3F6DB5-C66B-469E-B13C-63AFE9CE5DF7}">
      <dgm:prSet/>
      <dgm:spPr/>
      <dgm:t>
        <a:bodyPr/>
        <a:lstStyle/>
        <a:p>
          <a:endParaRPr lang="en-US"/>
        </a:p>
      </dgm:t>
    </dgm:pt>
    <dgm:pt modelId="{402E0081-5D6C-41BE-BCE0-FDD8351C7C3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Character Error Rate (CER)</a:t>
          </a:r>
        </a:p>
      </dgm:t>
    </dgm:pt>
    <dgm:pt modelId="{96B08E76-BD75-4069-89C4-8FACCDC503A0}" type="parTrans" cxnId="{0B26AA6C-CB63-4897-BAA1-9E8CA1DF3B1B}">
      <dgm:prSet/>
      <dgm:spPr/>
      <dgm:t>
        <a:bodyPr/>
        <a:lstStyle/>
        <a:p>
          <a:endParaRPr lang="en-US"/>
        </a:p>
      </dgm:t>
    </dgm:pt>
    <dgm:pt modelId="{8B1B478E-DF4D-4974-9FAF-78A9E9D185FC}" type="sibTrans" cxnId="{0B26AA6C-CB63-4897-BAA1-9E8CA1DF3B1B}">
      <dgm:prSet/>
      <dgm:spPr/>
      <dgm:t>
        <a:bodyPr/>
        <a:lstStyle/>
        <a:p>
          <a:endParaRPr lang="en-US"/>
        </a:p>
      </dgm:t>
    </dgm:pt>
    <dgm:pt modelId="{5AF35C56-34D8-4D1B-9A36-74D134115B5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Processing time</a:t>
          </a:r>
        </a:p>
      </dgm:t>
    </dgm:pt>
    <dgm:pt modelId="{E9AA5BC8-CF37-4EF3-98B4-A63723F65A77}" type="parTrans" cxnId="{526E2797-60D4-448C-820E-61DF7F909056}">
      <dgm:prSet/>
      <dgm:spPr/>
      <dgm:t>
        <a:bodyPr/>
        <a:lstStyle/>
        <a:p>
          <a:endParaRPr lang="en-US"/>
        </a:p>
      </dgm:t>
    </dgm:pt>
    <dgm:pt modelId="{8125E424-CC11-4612-A8FD-F1D84FC8ED86}" type="sibTrans" cxnId="{526E2797-60D4-448C-820E-61DF7F909056}">
      <dgm:prSet/>
      <dgm:spPr/>
      <dgm:t>
        <a:bodyPr/>
        <a:lstStyle/>
        <a:p>
          <a:endParaRPr lang="en-US"/>
        </a:p>
      </dgm:t>
    </dgm:pt>
    <dgm:pt modelId="{5ECFD192-10BC-4A97-A351-97E7F723A44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Memory usage</a:t>
          </a:r>
        </a:p>
      </dgm:t>
    </dgm:pt>
    <dgm:pt modelId="{48F3ED72-F749-4231-9D21-68FF9DF9863E}" type="parTrans" cxnId="{84333828-404D-45A9-8549-D82EB254A66F}">
      <dgm:prSet/>
      <dgm:spPr/>
      <dgm:t>
        <a:bodyPr/>
        <a:lstStyle/>
        <a:p>
          <a:endParaRPr lang="en-US"/>
        </a:p>
      </dgm:t>
    </dgm:pt>
    <dgm:pt modelId="{7C188FA2-7E42-4011-BE39-1816E70547EC}" type="sibTrans" cxnId="{84333828-404D-45A9-8549-D82EB254A66F}">
      <dgm:prSet/>
      <dgm:spPr/>
      <dgm:t>
        <a:bodyPr/>
        <a:lstStyle/>
        <a:p>
          <a:endParaRPr lang="en-US"/>
        </a:p>
      </dgm:t>
    </dgm:pt>
    <dgm:pt modelId="{759D6F14-2F1E-49BD-A2BF-CEE796470B77}" type="pres">
      <dgm:prSet presAssocID="{AF041035-5A5F-4600-AE42-B0234830C038}" presName="root" presStyleCnt="0">
        <dgm:presLayoutVars>
          <dgm:dir/>
          <dgm:resizeHandles val="exact"/>
        </dgm:presLayoutVars>
      </dgm:prSet>
      <dgm:spPr/>
    </dgm:pt>
    <dgm:pt modelId="{4A521DDA-EC32-47E6-A79E-8947135FF0C9}" type="pres">
      <dgm:prSet presAssocID="{F019BFF2-F274-448D-81EE-369944199939}" presName="compNode" presStyleCnt="0"/>
      <dgm:spPr/>
    </dgm:pt>
    <dgm:pt modelId="{B33162B4-FEBD-41DE-B171-ED5B2F4D3D55}" type="pres">
      <dgm:prSet presAssocID="{F019BFF2-F274-448D-81EE-369944199939}" presName="bgRect" presStyleLbl="bgShp" presStyleIdx="0" presStyleCnt="2" custScaleY="119350"/>
      <dgm:spPr/>
    </dgm:pt>
    <dgm:pt modelId="{FF76E7BD-917D-433E-BDA3-F0A4D5321F92}" type="pres">
      <dgm:prSet presAssocID="{F019BFF2-F274-448D-81EE-36994419993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EE5008D7-B6E3-45EC-B761-571B698CC4A9}" type="pres">
      <dgm:prSet presAssocID="{F019BFF2-F274-448D-81EE-369944199939}" presName="spaceRect" presStyleCnt="0"/>
      <dgm:spPr/>
    </dgm:pt>
    <dgm:pt modelId="{E7ABA139-85E5-4355-9DE3-EF6736E390C9}" type="pres">
      <dgm:prSet presAssocID="{F019BFF2-F274-448D-81EE-369944199939}" presName="parTx" presStyleLbl="revTx" presStyleIdx="0" presStyleCnt="4">
        <dgm:presLayoutVars>
          <dgm:chMax val="0"/>
          <dgm:chPref val="0"/>
        </dgm:presLayoutVars>
      </dgm:prSet>
      <dgm:spPr/>
    </dgm:pt>
    <dgm:pt modelId="{82A8C35E-67CE-4FCB-9402-1B3BD2075641}" type="pres">
      <dgm:prSet presAssocID="{F019BFF2-F274-448D-81EE-369944199939}" presName="desTx" presStyleLbl="revTx" presStyleIdx="1" presStyleCnt="4">
        <dgm:presLayoutVars/>
      </dgm:prSet>
      <dgm:spPr/>
    </dgm:pt>
    <dgm:pt modelId="{53A6A76E-7E33-43C3-82AE-14EC7E0AA7A6}" type="pres">
      <dgm:prSet presAssocID="{52A630F1-1317-4A18-BDF6-313E975834EC}" presName="sibTrans" presStyleCnt="0"/>
      <dgm:spPr/>
    </dgm:pt>
    <dgm:pt modelId="{04DBA1FC-D7B8-4884-81BD-333C2C8C57E9}" type="pres">
      <dgm:prSet presAssocID="{38A329AA-1231-4E33-87C0-5C707B7C35A1}" presName="compNode" presStyleCnt="0"/>
      <dgm:spPr/>
    </dgm:pt>
    <dgm:pt modelId="{ED9F1041-9289-4F6C-A43A-69831E91BF50}" type="pres">
      <dgm:prSet presAssocID="{38A329AA-1231-4E33-87C0-5C707B7C35A1}" presName="bgRect" presStyleLbl="bgShp" presStyleIdx="1" presStyleCnt="2" custScaleY="157558"/>
      <dgm:spPr/>
    </dgm:pt>
    <dgm:pt modelId="{9D27E832-088A-4351-AACA-A0E8FFBC0871}" type="pres">
      <dgm:prSet presAssocID="{38A329AA-1231-4E33-87C0-5C707B7C35A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D70F632-F9A3-46D8-AC14-DD3E1C34E348}" type="pres">
      <dgm:prSet presAssocID="{38A329AA-1231-4E33-87C0-5C707B7C35A1}" presName="spaceRect" presStyleCnt="0"/>
      <dgm:spPr/>
    </dgm:pt>
    <dgm:pt modelId="{5E68558E-E376-43A8-A884-5F6330D7237A}" type="pres">
      <dgm:prSet presAssocID="{38A329AA-1231-4E33-87C0-5C707B7C35A1}" presName="parTx" presStyleLbl="revTx" presStyleIdx="2" presStyleCnt="4">
        <dgm:presLayoutVars>
          <dgm:chMax val="0"/>
          <dgm:chPref val="0"/>
        </dgm:presLayoutVars>
      </dgm:prSet>
      <dgm:spPr/>
    </dgm:pt>
    <dgm:pt modelId="{3869657B-EB64-4263-9A95-B05AC8A1A7E1}" type="pres">
      <dgm:prSet presAssocID="{38A329AA-1231-4E33-87C0-5C707B7C35A1}" presName="desTx" presStyleLbl="revTx" presStyleIdx="3" presStyleCnt="4">
        <dgm:presLayoutVars/>
      </dgm:prSet>
      <dgm:spPr/>
    </dgm:pt>
  </dgm:ptLst>
  <dgm:cxnLst>
    <dgm:cxn modelId="{84333828-404D-45A9-8549-D82EB254A66F}" srcId="{38A329AA-1231-4E33-87C0-5C707B7C35A1}" destId="{5ECFD192-10BC-4A97-A351-97E7F723A44A}" srcOrd="3" destOrd="0" parTransId="{48F3ED72-F749-4231-9D21-68FF9DF9863E}" sibTransId="{7C188FA2-7E42-4011-BE39-1816E70547EC}"/>
    <dgm:cxn modelId="{74140E2E-6E8A-4616-A010-795512F5DC9C}" srcId="{AF041035-5A5F-4600-AE42-B0234830C038}" destId="{38A329AA-1231-4E33-87C0-5C707B7C35A1}" srcOrd="1" destOrd="0" parTransId="{CB80F5C1-6407-4E97-B390-23D369D13611}" sibTransId="{6549471E-8C13-4013-A0B9-72BCA69B591A}"/>
    <dgm:cxn modelId="{BF51F333-031B-4F48-AE0D-70D297D7958C}" srcId="{AF041035-5A5F-4600-AE42-B0234830C038}" destId="{F019BFF2-F274-448D-81EE-369944199939}" srcOrd="0" destOrd="0" parTransId="{5D4F190C-E75E-4C34-9CE5-4465F1DAF8FF}" sibTransId="{52A630F1-1317-4A18-BDF6-313E975834EC}"/>
    <dgm:cxn modelId="{C3DAA23E-773C-47BE-A48B-A9BECD5813E6}" type="presOf" srcId="{317AB497-F8BB-45B7-9E59-D4889124A93A}" destId="{82A8C35E-67CE-4FCB-9402-1B3BD2075641}" srcOrd="0" destOrd="0" presId="urn:microsoft.com/office/officeart/2018/2/layout/IconVerticalSolidList"/>
    <dgm:cxn modelId="{3F1DC65B-D40D-4BDC-95FD-ED24CD11F1D6}" srcId="{F019BFF2-F274-448D-81EE-369944199939}" destId="{B9EC6D70-03E2-4082-8D26-7F8B8554E468}" srcOrd="1" destOrd="0" parTransId="{5776CD1F-625C-44D5-A7AB-F2A2305B37A4}" sibTransId="{61B331BF-AEF6-4B6F-A547-421066CDBD64}"/>
    <dgm:cxn modelId="{66A50542-3FEE-4338-A07C-9DAD234AD3FA}" type="presOf" srcId="{5ECFD192-10BC-4A97-A351-97E7F723A44A}" destId="{3869657B-EB64-4263-9A95-B05AC8A1A7E1}" srcOrd="0" destOrd="3" presId="urn:microsoft.com/office/officeart/2018/2/layout/IconVerticalSolidList"/>
    <dgm:cxn modelId="{3AEB1A43-D5BC-4EC7-BC1E-BE2D18A0AD79}" type="presOf" srcId="{AF041035-5A5F-4600-AE42-B0234830C038}" destId="{759D6F14-2F1E-49BD-A2BF-CEE796470B77}" srcOrd="0" destOrd="0" presId="urn:microsoft.com/office/officeart/2018/2/layout/IconVerticalSolidList"/>
    <dgm:cxn modelId="{0B26AA6C-CB63-4897-BAA1-9E8CA1DF3B1B}" srcId="{38A329AA-1231-4E33-87C0-5C707B7C35A1}" destId="{402E0081-5D6C-41BE-BCE0-FDD8351C7C39}" srcOrd="1" destOrd="0" parTransId="{96B08E76-BD75-4069-89C4-8FACCDC503A0}" sibTransId="{8B1B478E-DF4D-4974-9FAF-78A9E9D185FC}"/>
    <dgm:cxn modelId="{08FEB776-71AE-4323-B6EA-2A9E5594C815}" type="presOf" srcId="{AD5A38F7-E0C4-45C2-A4C5-1A864DEC9103}" destId="{3869657B-EB64-4263-9A95-B05AC8A1A7E1}" srcOrd="0" destOrd="0" presId="urn:microsoft.com/office/officeart/2018/2/layout/IconVerticalSolidList"/>
    <dgm:cxn modelId="{1A4EA67A-AC8B-45AC-BAE9-CB28ECAEBF3C}" type="presOf" srcId="{5AF35C56-34D8-4D1B-9A36-74D134115B5C}" destId="{3869657B-EB64-4263-9A95-B05AC8A1A7E1}" srcOrd="0" destOrd="2" presId="urn:microsoft.com/office/officeart/2018/2/layout/IconVerticalSolidList"/>
    <dgm:cxn modelId="{1495828A-C2B7-4886-BF1A-A988FD38A149}" type="presOf" srcId="{402E0081-5D6C-41BE-BCE0-FDD8351C7C39}" destId="{3869657B-EB64-4263-9A95-B05AC8A1A7E1}" srcOrd="0" destOrd="1" presId="urn:microsoft.com/office/officeart/2018/2/layout/IconVerticalSolidList"/>
    <dgm:cxn modelId="{526E2797-60D4-448C-820E-61DF7F909056}" srcId="{38A329AA-1231-4E33-87C0-5C707B7C35A1}" destId="{5AF35C56-34D8-4D1B-9A36-74D134115B5C}" srcOrd="2" destOrd="0" parTransId="{E9AA5BC8-CF37-4EF3-98B4-A63723F65A77}" sibTransId="{8125E424-CC11-4612-A8FD-F1D84FC8ED86}"/>
    <dgm:cxn modelId="{1A3F6DB5-C66B-469E-B13C-63AFE9CE5DF7}" srcId="{38A329AA-1231-4E33-87C0-5C707B7C35A1}" destId="{AD5A38F7-E0C4-45C2-A4C5-1A864DEC9103}" srcOrd="0" destOrd="0" parTransId="{816601CC-BD25-4127-99CF-B7290B83790B}" sibTransId="{262D7F53-6FB9-4170-A7B2-48404A1206FF}"/>
    <dgm:cxn modelId="{250391D6-0F6E-4A91-A213-6E5BCFB3A4E6}" type="presOf" srcId="{38A329AA-1231-4E33-87C0-5C707B7C35A1}" destId="{5E68558E-E376-43A8-A884-5F6330D7237A}" srcOrd="0" destOrd="0" presId="urn:microsoft.com/office/officeart/2018/2/layout/IconVerticalSolidList"/>
    <dgm:cxn modelId="{13F0DEF7-17E2-474F-AEE8-DE0AFF7969F4}" type="presOf" srcId="{B9EC6D70-03E2-4082-8D26-7F8B8554E468}" destId="{82A8C35E-67CE-4FCB-9402-1B3BD2075641}" srcOrd="0" destOrd="1" presId="urn:microsoft.com/office/officeart/2018/2/layout/IconVerticalSolidList"/>
    <dgm:cxn modelId="{03D0A9F9-F339-420A-9A5F-212CE1A9D55D}" srcId="{F019BFF2-F274-448D-81EE-369944199939}" destId="{317AB497-F8BB-45B7-9E59-D4889124A93A}" srcOrd="0" destOrd="0" parTransId="{15ECFDE9-237D-4E4E-A9B3-2718B9531BA1}" sibTransId="{14601509-F1F0-481C-9C96-8E751E5F9E78}"/>
    <dgm:cxn modelId="{5B4D0AFA-7B22-4778-9725-E48D8E42906E}" type="presOf" srcId="{F019BFF2-F274-448D-81EE-369944199939}" destId="{E7ABA139-85E5-4355-9DE3-EF6736E390C9}" srcOrd="0" destOrd="0" presId="urn:microsoft.com/office/officeart/2018/2/layout/IconVerticalSolidList"/>
    <dgm:cxn modelId="{2E9BBF11-2412-4C6E-9612-652EB524FF72}" type="presParOf" srcId="{759D6F14-2F1E-49BD-A2BF-CEE796470B77}" destId="{4A521DDA-EC32-47E6-A79E-8947135FF0C9}" srcOrd="0" destOrd="0" presId="urn:microsoft.com/office/officeart/2018/2/layout/IconVerticalSolidList"/>
    <dgm:cxn modelId="{01370AC7-DF33-40F9-8A9F-E1FBFEBEEC23}" type="presParOf" srcId="{4A521DDA-EC32-47E6-A79E-8947135FF0C9}" destId="{B33162B4-FEBD-41DE-B171-ED5B2F4D3D55}" srcOrd="0" destOrd="0" presId="urn:microsoft.com/office/officeart/2018/2/layout/IconVerticalSolidList"/>
    <dgm:cxn modelId="{FB708F34-CDAA-46E8-A318-B271A501AB91}" type="presParOf" srcId="{4A521DDA-EC32-47E6-A79E-8947135FF0C9}" destId="{FF76E7BD-917D-433E-BDA3-F0A4D5321F92}" srcOrd="1" destOrd="0" presId="urn:microsoft.com/office/officeart/2018/2/layout/IconVerticalSolidList"/>
    <dgm:cxn modelId="{713D9EF5-90C3-41A0-A1C9-4754441872CC}" type="presParOf" srcId="{4A521DDA-EC32-47E6-A79E-8947135FF0C9}" destId="{EE5008D7-B6E3-45EC-B761-571B698CC4A9}" srcOrd="2" destOrd="0" presId="urn:microsoft.com/office/officeart/2018/2/layout/IconVerticalSolidList"/>
    <dgm:cxn modelId="{651C804D-9493-4E59-B6FB-731EA52629D1}" type="presParOf" srcId="{4A521DDA-EC32-47E6-A79E-8947135FF0C9}" destId="{E7ABA139-85E5-4355-9DE3-EF6736E390C9}" srcOrd="3" destOrd="0" presId="urn:microsoft.com/office/officeart/2018/2/layout/IconVerticalSolidList"/>
    <dgm:cxn modelId="{968FD497-F0D5-4181-A4E3-6650F190E572}" type="presParOf" srcId="{4A521DDA-EC32-47E6-A79E-8947135FF0C9}" destId="{82A8C35E-67CE-4FCB-9402-1B3BD2075641}" srcOrd="4" destOrd="0" presId="urn:microsoft.com/office/officeart/2018/2/layout/IconVerticalSolidList"/>
    <dgm:cxn modelId="{9C15184D-89EB-4342-B744-370F460FDC82}" type="presParOf" srcId="{759D6F14-2F1E-49BD-A2BF-CEE796470B77}" destId="{53A6A76E-7E33-43C3-82AE-14EC7E0AA7A6}" srcOrd="1" destOrd="0" presId="urn:microsoft.com/office/officeart/2018/2/layout/IconVerticalSolidList"/>
    <dgm:cxn modelId="{6D7E0661-B143-4496-B640-DA6650459C31}" type="presParOf" srcId="{759D6F14-2F1E-49BD-A2BF-CEE796470B77}" destId="{04DBA1FC-D7B8-4884-81BD-333C2C8C57E9}" srcOrd="2" destOrd="0" presId="urn:microsoft.com/office/officeart/2018/2/layout/IconVerticalSolidList"/>
    <dgm:cxn modelId="{581781EC-4522-40DF-83AB-22EA9A40E1D2}" type="presParOf" srcId="{04DBA1FC-D7B8-4884-81BD-333C2C8C57E9}" destId="{ED9F1041-9289-4F6C-A43A-69831E91BF50}" srcOrd="0" destOrd="0" presId="urn:microsoft.com/office/officeart/2018/2/layout/IconVerticalSolidList"/>
    <dgm:cxn modelId="{706690DA-8BE5-4EC7-BA0D-0361092A4944}" type="presParOf" srcId="{04DBA1FC-D7B8-4884-81BD-333C2C8C57E9}" destId="{9D27E832-088A-4351-AACA-A0E8FFBC0871}" srcOrd="1" destOrd="0" presId="urn:microsoft.com/office/officeart/2018/2/layout/IconVerticalSolidList"/>
    <dgm:cxn modelId="{65656E5C-4512-4E51-8AE7-B96F6B95D9F6}" type="presParOf" srcId="{04DBA1FC-D7B8-4884-81BD-333C2C8C57E9}" destId="{1D70F632-F9A3-46D8-AC14-DD3E1C34E348}" srcOrd="2" destOrd="0" presId="urn:microsoft.com/office/officeart/2018/2/layout/IconVerticalSolidList"/>
    <dgm:cxn modelId="{DF8562D9-3FB4-4E93-98D4-A485FB64350C}" type="presParOf" srcId="{04DBA1FC-D7B8-4884-81BD-333C2C8C57E9}" destId="{5E68558E-E376-43A8-A884-5F6330D7237A}" srcOrd="3" destOrd="0" presId="urn:microsoft.com/office/officeart/2018/2/layout/IconVerticalSolidList"/>
    <dgm:cxn modelId="{B6329136-4FAF-4EAD-AB6B-2D6C5DA08B16}" type="presParOf" srcId="{04DBA1FC-D7B8-4884-81BD-333C2C8C57E9}" destId="{3869657B-EB64-4263-9A95-B05AC8A1A7E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47DEC9D-250E-4E2B-8AE2-C5CEFFE5A51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E7DAC01-50A2-4B4E-830A-BC92E18C6568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Identify which model offers the 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best balance between accuracy and efficiency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147A36-F32D-4C97-A167-129F3376599A}" type="parTrans" cxnId="{968E9139-CD4C-4A9D-936E-7A90B520C544}">
      <dgm:prSet/>
      <dgm:spPr/>
      <dgm:t>
        <a:bodyPr/>
        <a:lstStyle/>
        <a:p>
          <a:endParaRPr lang="en-US"/>
        </a:p>
      </dgm:t>
    </dgm:pt>
    <dgm:pt modelId="{35B142B5-A3AB-47E6-801B-2203EC0B4BC4}" type="sibTrans" cxnId="{968E9139-CD4C-4A9D-936E-7A90B520C544}">
      <dgm:prSet/>
      <dgm:spPr/>
      <dgm:t>
        <a:bodyPr/>
        <a:lstStyle/>
        <a:p>
          <a:endParaRPr lang="en-US"/>
        </a:p>
      </dgm:t>
    </dgm:pt>
    <dgm:pt modelId="{C7ED66E9-CC73-4401-A586-E0989B4511A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Validate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wav2vec 2.0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as an effective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self-supervised baseline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for speech recognition</a:t>
          </a:r>
        </a:p>
      </dgm:t>
    </dgm:pt>
    <dgm:pt modelId="{DB9D48A4-6282-431A-89F5-446BD3099B92}" type="parTrans" cxnId="{3A671BD5-7D20-490B-AB39-8B3C719C11D5}">
      <dgm:prSet/>
      <dgm:spPr/>
      <dgm:t>
        <a:bodyPr/>
        <a:lstStyle/>
        <a:p>
          <a:endParaRPr lang="en-US"/>
        </a:p>
      </dgm:t>
    </dgm:pt>
    <dgm:pt modelId="{E2B9B4C0-79C8-486A-B990-DC3B7D67DA51}" type="sibTrans" cxnId="{3A671BD5-7D20-490B-AB39-8B3C719C11D5}">
      <dgm:prSet/>
      <dgm:spPr/>
      <dgm:t>
        <a:bodyPr/>
        <a:lstStyle/>
        <a:p>
          <a:endParaRPr lang="en-US"/>
        </a:p>
      </dgm:t>
    </dgm:pt>
    <dgm:pt modelId="{BB85166C-3750-4DE5-8D2F-4272D1DBE4B5}" type="pres">
      <dgm:prSet presAssocID="{747DEC9D-250E-4E2B-8AE2-C5CEFFE5A51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E3AD09B-4C93-43D9-BE3D-E196319A5D0D}" type="pres">
      <dgm:prSet presAssocID="{5E7DAC01-50A2-4B4E-830A-BC92E18C6568}" presName="hierRoot1" presStyleCnt="0"/>
      <dgm:spPr/>
    </dgm:pt>
    <dgm:pt modelId="{BCC25196-BF02-4AD6-BB6D-41DFC875068E}" type="pres">
      <dgm:prSet presAssocID="{5E7DAC01-50A2-4B4E-830A-BC92E18C6568}" presName="composite" presStyleCnt="0"/>
      <dgm:spPr/>
    </dgm:pt>
    <dgm:pt modelId="{B09FF830-A920-4E5E-A66C-A9D5DF345BAF}" type="pres">
      <dgm:prSet presAssocID="{5E7DAC01-50A2-4B4E-830A-BC92E18C6568}" presName="background" presStyleLbl="node0" presStyleIdx="0" presStyleCnt="2"/>
      <dgm:spPr/>
    </dgm:pt>
    <dgm:pt modelId="{5CB9573C-CB2C-4EB7-81B1-D76BFA4E3B43}" type="pres">
      <dgm:prSet presAssocID="{5E7DAC01-50A2-4B4E-830A-BC92E18C6568}" presName="text" presStyleLbl="fgAcc0" presStyleIdx="0" presStyleCnt="2">
        <dgm:presLayoutVars>
          <dgm:chPref val="3"/>
        </dgm:presLayoutVars>
      </dgm:prSet>
      <dgm:spPr/>
    </dgm:pt>
    <dgm:pt modelId="{F9B0F643-7F00-4B3B-BB4C-1415036930AD}" type="pres">
      <dgm:prSet presAssocID="{5E7DAC01-50A2-4B4E-830A-BC92E18C6568}" presName="hierChild2" presStyleCnt="0"/>
      <dgm:spPr/>
    </dgm:pt>
    <dgm:pt modelId="{D6AAD48C-10DA-48E4-943C-0B206B19F863}" type="pres">
      <dgm:prSet presAssocID="{C7ED66E9-CC73-4401-A586-E0989B4511AA}" presName="hierRoot1" presStyleCnt="0"/>
      <dgm:spPr/>
    </dgm:pt>
    <dgm:pt modelId="{A7332A55-1DF3-477B-82D7-220EE7AB7024}" type="pres">
      <dgm:prSet presAssocID="{C7ED66E9-CC73-4401-A586-E0989B4511AA}" presName="composite" presStyleCnt="0"/>
      <dgm:spPr/>
    </dgm:pt>
    <dgm:pt modelId="{0D60F7F2-7548-43BB-9667-83D7EB5527C3}" type="pres">
      <dgm:prSet presAssocID="{C7ED66E9-CC73-4401-A586-E0989B4511AA}" presName="background" presStyleLbl="node0" presStyleIdx="1" presStyleCnt="2"/>
      <dgm:spPr/>
    </dgm:pt>
    <dgm:pt modelId="{4AB0EB1E-9425-4901-9C0D-632933A6C33E}" type="pres">
      <dgm:prSet presAssocID="{C7ED66E9-CC73-4401-A586-E0989B4511AA}" presName="text" presStyleLbl="fgAcc0" presStyleIdx="1" presStyleCnt="2">
        <dgm:presLayoutVars>
          <dgm:chPref val="3"/>
        </dgm:presLayoutVars>
      </dgm:prSet>
      <dgm:spPr/>
    </dgm:pt>
    <dgm:pt modelId="{90B9C822-A1A3-4030-AED3-A0C61819BFF7}" type="pres">
      <dgm:prSet presAssocID="{C7ED66E9-CC73-4401-A586-E0989B4511AA}" presName="hierChild2" presStyleCnt="0"/>
      <dgm:spPr/>
    </dgm:pt>
  </dgm:ptLst>
  <dgm:cxnLst>
    <dgm:cxn modelId="{19494421-F9C4-4CE3-AD2D-1DE43684A894}" type="presOf" srcId="{747DEC9D-250E-4E2B-8AE2-C5CEFFE5A514}" destId="{BB85166C-3750-4DE5-8D2F-4272D1DBE4B5}" srcOrd="0" destOrd="0" presId="urn:microsoft.com/office/officeart/2005/8/layout/hierarchy1"/>
    <dgm:cxn modelId="{9FD10028-3F9E-4835-80EC-357B96F4204B}" type="presOf" srcId="{5E7DAC01-50A2-4B4E-830A-BC92E18C6568}" destId="{5CB9573C-CB2C-4EB7-81B1-D76BFA4E3B43}" srcOrd="0" destOrd="0" presId="urn:microsoft.com/office/officeart/2005/8/layout/hierarchy1"/>
    <dgm:cxn modelId="{968E9139-CD4C-4A9D-936E-7A90B520C544}" srcId="{747DEC9D-250E-4E2B-8AE2-C5CEFFE5A514}" destId="{5E7DAC01-50A2-4B4E-830A-BC92E18C6568}" srcOrd="0" destOrd="0" parTransId="{A1147A36-F32D-4C97-A167-129F3376599A}" sibTransId="{35B142B5-A3AB-47E6-801B-2203EC0B4BC4}"/>
    <dgm:cxn modelId="{8D228C8F-8C19-4DAD-A8E3-AAEBC822929A}" type="presOf" srcId="{C7ED66E9-CC73-4401-A586-E0989B4511AA}" destId="{4AB0EB1E-9425-4901-9C0D-632933A6C33E}" srcOrd="0" destOrd="0" presId="urn:microsoft.com/office/officeart/2005/8/layout/hierarchy1"/>
    <dgm:cxn modelId="{3A671BD5-7D20-490B-AB39-8B3C719C11D5}" srcId="{747DEC9D-250E-4E2B-8AE2-C5CEFFE5A514}" destId="{C7ED66E9-CC73-4401-A586-E0989B4511AA}" srcOrd="1" destOrd="0" parTransId="{DB9D48A4-6282-431A-89F5-446BD3099B92}" sibTransId="{E2B9B4C0-79C8-486A-B990-DC3B7D67DA51}"/>
    <dgm:cxn modelId="{F1CC6430-7368-420E-9C33-CAF061DF6EB9}" type="presParOf" srcId="{BB85166C-3750-4DE5-8D2F-4272D1DBE4B5}" destId="{BE3AD09B-4C93-43D9-BE3D-E196319A5D0D}" srcOrd="0" destOrd="0" presId="urn:microsoft.com/office/officeart/2005/8/layout/hierarchy1"/>
    <dgm:cxn modelId="{125CEE68-C98E-479A-8B14-770BD8C34246}" type="presParOf" srcId="{BE3AD09B-4C93-43D9-BE3D-E196319A5D0D}" destId="{BCC25196-BF02-4AD6-BB6D-41DFC875068E}" srcOrd="0" destOrd="0" presId="urn:microsoft.com/office/officeart/2005/8/layout/hierarchy1"/>
    <dgm:cxn modelId="{D3981A19-D773-4C9B-A359-AFA8EC406A38}" type="presParOf" srcId="{BCC25196-BF02-4AD6-BB6D-41DFC875068E}" destId="{B09FF830-A920-4E5E-A66C-A9D5DF345BAF}" srcOrd="0" destOrd="0" presId="urn:microsoft.com/office/officeart/2005/8/layout/hierarchy1"/>
    <dgm:cxn modelId="{971CDDB6-8F21-4A0B-908D-9D36B581C8F9}" type="presParOf" srcId="{BCC25196-BF02-4AD6-BB6D-41DFC875068E}" destId="{5CB9573C-CB2C-4EB7-81B1-D76BFA4E3B43}" srcOrd="1" destOrd="0" presId="urn:microsoft.com/office/officeart/2005/8/layout/hierarchy1"/>
    <dgm:cxn modelId="{631469F1-FF39-4A3E-A71D-87A297A22684}" type="presParOf" srcId="{BE3AD09B-4C93-43D9-BE3D-E196319A5D0D}" destId="{F9B0F643-7F00-4B3B-BB4C-1415036930AD}" srcOrd="1" destOrd="0" presId="urn:microsoft.com/office/officeart/2005/8/layout/hierarchy1"/>
    <dgm:cxn modelId="{2038BBD9-C457-4896-BBAD-4CDD103F8276}" type="presParOf" srcId="{BB85166C-3750-4DE5-8D2F-4272D1DBE4B5}" destId="{D6AAD48C-10DA-48E4-943C-0B206B19F863}" srcOrd="1" destOrd="0" presId="urn:microsoft.com/office/officeart/2005/8/layout/hierarchy1"/>
    <dgm:cxn modelId="{4C3C2FAB-9868-4FD5-A812-B93FC36E8378}" type="presParOf" srcId="{D6AAD48C-10DA-48E4-943C-0B206B19F863}" destId="{A7332A55-1DF3-477B-82D7-220EE7AB7024}" srcOrd="0" destOrd="0" presId="urn:microsoft.com/office/officeart/2005/8/layout/hierarchy1"/>
    <dgm:cxn modelId="{0D87C4F6-215F-4B63-9308-935484BA35E3}" type="presParOf" srcId="{A7332A55-1DF3-477B-82D7-220EE7AB7024}" destId="{0D60F7F2-7548-43BB-9667-83D7EB5527C3}" srcOrd="0" destOrd="0" presId="urn:microsoft.com/office/officeart/2005/8/layout/hierarchy1"/>
    <dgm:cxn modelId="{D05836EB-B4B0-4C8F-854F-FD6C1ECA886B}" type="presParOf" srcId="{A7332A55-1DF3-477B-82D7-220EE7AB7024}" destId="{4AB0EB1E-9425-4901-9C0D-632933A6C33E}" srcOrd="1" destOrd="0" presId="urn:microsoft.com/office/officeart/2005/8/layout/hierarchy1"/>
    <dgm:cxn modelId="{AC2B4A61-C3F7-4184-B428-E1A316712951}" type="presParOf" srcId="{D6AAD48C-10DA-48E4-943C-0B206B19F863}" destId="{90B9C822-A1A3-4030-AED3-A0C61819BFF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4493F4D-E1F9-4D49-B088-94175FEF222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30D3C8-50DD-4D67-90EC-8DEC88BEDAA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Baevski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et al. (2020) – wav2vec 2.0: A Framework for Self-Supervised Learning of Speech Representations.</a:t>
          </a:r>
        </a:p>
      </dgm:t>
    </dgm:pt>
    <dgm:pt modelId="{24840536-7F30-4D25-B5A2-632AF6BA9F5F}" type="parTrans" cxnId="{599D0A36-8EF7-4E0E-B202-2648C056E0BF}">
      <dgm:prSet/>
      <dgm:spPr/>
      <dgm:t>
        <a:bodyPr/>
        <a:lstStyle/>
        <a:p>
          <a:endParaRPr lang="en-US"/>
        </a:p>
      </dgm:t>
    </dgm:pt>
    <dgm:pt modelId="{2EBE3430-4FBB-45EC-95DA-BED42BA51BDA}" type="sibTrans" cxnId="{599D0A36-8EF7-4E0E-B202-2648C056E0BF}">
      <dgm:prSet/>
      <dgm:spPr/>
      <dgm:t>
        <a:bodyPr/>
        <a:lstStyle/>
        <a:p>
          <a:endParaRPr lang="en-US"/>
        </a:p>
      </dgm:t>
    </dgm:pt>
    <dgm:pt modelId="{893E4AAC-59C0-414E-98F3-E61B689C267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Radford et al. (2023) – Whisper: Robust Speech Recognition via Large-Scale Pretraining.</a:t>
          </a:r>
        </a:p>
      </dgm:t>
    </dgm:pt>
    <dgm:pt modelId="{A6066360-61B1-4548-BCB5-92043C8D0492}" type="parTrans" cxnId="{A3393EE4-F01E-4E11-B8DC-370F962F0E59}">
      <dgm:prSet/>
      <dgm:spPr/>
      <dgm:t>
        <a:bodyPr/>
        <a:lstStyle/>
        <a:p>
          <a:endParaRPr lang="en-US"/>
        </a:p>
      </dgm:t>
    </dgm:pt>
    <dgm:pt modelId="{59176E1E-2A74-4614-B947-6D2FDB7ACF2E}" type="sibTrans" cxnId="{A3393EE4-F01E-4E11-B8DC-370F962F0E59}">
      <dgm:prSet/>
      <dgm:spPr/>
      <dgm:t>
        <a:bodyPr/>
        <a:lstStyle/>
        <a:p>
          <a:endParaRPr lang="en-US"/>
        </a:p>
      </dgm:t>
    </dgm:pt>
    <dgm:pt modelId="{0CF973C3-63E3-4D20-9AC2-C1525E2882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Schneider et al. (2019) – wav2vec: Unsupervised Pre-Training for Speech Recognition.</a:t>
          </a:r>
        </a:p>
      </dgm:t>
    </dgm:pt>
    <dgm:pt modelId="{261E2F63-53DD-453B-9C94-3488D8EBBB25}" type="parTrans" cxnId="{DB1FE5D0-5DD5-47DE-9194-7560600DA7EC}">
      <dgm:prSet/>
      <dgm:spPr/>
      <dgm:t>
        <a:bodyPr/>
        <a:lstStyle/>
        <a:p>
          <a:endParaRPr lang="en-US"/>
        </a:p>
      </dgm:t>
    </dgm:pt>
    <dgm:pt modelId="{654300BC-1BD3-4DCB-9E7A-F1A4532415A5}" type="sibTrans" cxnId="{DB1FE5D0-5DD5-47DE-9194-7560600DA7EC}">
      <dgm:prSet/>
      <dgm:spPr/>
      <dgm:t>
        <a:bodyPr/>
        <a:lstStyle/>
        <a:p>
          <a:endParaRPr lang="en-US"/>
        </a:p>
      </dgm:t>
    </dgm:pt>
    <dgm:pt modelId="{6032B786-656E-4F09-898E-78B17678BF3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Devlin et al. (2018) – BERT: Pre-Training of Deep Bidirectional Transformers.</a:t>
          </a:r>
        </a:p>
      </dgm:t>
    </dgm:pt>
    <dgm:pt modelId="{594CB0D5-4F4D-4C90-8757-AA0B1F3B7989}" type="parTrans" cxnId="{BF562A48-3F39-4179-9B2C-764970552CAA}">
      <dgm:prSet/>
      <dgm:spPr/>
      <dgm:t>
        <a:bodyPr/>
        <a:lstStyle/>
        <a:p>
          <a:endParaRPr lang="en-US"/>
        </a:p>
      </dgm:t>
    </dgm:pt>
    <dgm:pt modelId="{B74CB791-14DF-490D-80AD-F386BE80DFDA}" type="sibTrans" cxnId="{BF562A48-3F39-4179-9B2C-764970552CAA}">
      <dgm:prSet/>
      <dgm:spPr/>
      <dgm:t>
        <a:bodyPr/>
        <a:lstStyle/>
        <a:p>
          <a:endParaRPr lang="en-US"/>
        </a:p>
      </dgm:t>
    </dgm:pt>
    <dgm:pt modelId="{42C45CD0-7334-4B4E-8A8E-33EBE4017E4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Park et al. (2019) – </a:t>
          </a:r>
          <a:r>
            <a:rPr lang="en-IN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SpecAugment</a:t>
          </a:r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: A Simple Data Augmentation Method for Speech Recognition.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D5865B-4D09-40BF-97FA-33BA77534997}" type="parTrans" cxnId="{611B2539-0419-4C68-A3EC-AC4717E828F5}">
      <dgm:prSet/>
      <dgm:spPr/>
      <dgm:t>
        <a:bodyPr/>
        <a:lstStyle/>
        <a:p>
          <a:endParaRPr lang="en-US"/>
        </a:p>
      </dgm:t>
    </dgm:pt>
    <dgm:pt modelId="{E4200731-2BBC-43EB-BA8B-B1672D216A4C}" type="sibTrans" cxnId="{611B2539-0419-4C68-A3EC-AC4717E828F5}">
      <dgm:prSet/>
      <dgm:spPr/>
      <dgm:t>
        <a:bodyPr/>
        <a:lstStyle/>
        <a:p>
          <a:endParaRPr lang="en-US"/>
        </a:p>
      </dgm:t>
    </dgm:pt>
    <dgm:pt modelId="{4FD0CD2E-F054-40B9-9C34-A22B025139F7}" type="pres">
      <dgm:prSet presAssocID="{44493F4D-E1F9-4D49-B088-94175FEF222E}" presName="root" presStyleCnt="0">
        <dgm:presLayoutVars>
          <dgm:dir/>
          <dgm:resizeHandles val="exact"/>
        </dgm:presLayoutVars>
      </dgm:prSet>
      <dgm:spPr/>
    </dgm:pt>
    <dgm:pt modelId="{1DBD1D60-3845-4AC9-B6F6-EF21A5766B2E}" type="pres">
      <dgm:prSet presAssocID="{4F30D3C8-50DD-4D67-90EC-8DEC88BEDAAA}" presName="compNode" presStyleCnt="0"/>
      <dgm:spPr/>
    </dgm:pt>
    <dgm:pt modelId="{B09F3F1A-B2F1-44A4-96EA-45FDA9AEFF71}" type="pres">
      <dgm:prSet presAssocID="{4F30D3C8-50DD-4D67-90EC-8DEC88BEDAAA}" presName="bgRect" presStyleLbl="bgShp" presStyleIdx="0" presStyleCnt="5"/>
      <dgm:spPr/>
    </dgm:pt>
    <dgm:pt modelId="{884F8C61-D296-45D7-9455-9FE2F9BA8CC2}" type="pres">
      <dgm:prSet presAssocID="{4F30D3C8-50DD-4D67-90EC-8DEC88BEDAA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3C95D7B2-D858-4644-BD8E-C68A0A4FD30C}" type="pres">
      <dgm:prSet presAssocID="{4F30D3C8-50DD-4D67-90EC-8DEC88BEDAAA}" presName="spaceRect" presStyleCnt="0"/>
      <dgm:spPr/>
    </dgm:pt>
    <dgm:pt modelId="{C09EE83C-1DD6-4228-9E6D-3DF4D4B21CE2}" type="pres">
      <dgm:prSet presAssocID="{4F30D3C8-50DD-4D67-90EC-8DEC88BEDAAA}" presName="parTx" presStyleLbl="revTx" presStyleIdx="0" presStyleCnt="5">
        <dgm:presLayoutVars>
          <dgm:chMax val="0"/>
          <dgm:chPref val="0"/>
        </dgm:presLayoutVars>
      </dgm:prSet>
      <dgm:spPr/>
    </dgm:pt>
    <dgm:pt modelId="{469A9E11-0EC8-4806-B4FE-071496996125}" type="pres">
      <dgm:prSet presAssocID="{2EBE3430-4FBB-45EC-95DA-BED42BA51BDA}" presName="sibTrans" presStyleCnt="0"/>
      <dgm:spPr/>
    </dgm:pt>
    <dgm:pt modelId="{66B88DD4-B766-43CF-A940-E06C30450B62}" type="pres">
      <dgm:prSet presAssocID="{893E4AAC-59C0-414E-98F3-E61B689C2672}" presName="compNode" presStyleCnt="0"/>
      <dgm:spPr/>
    </dgm:pt>
    <dgm:pt modelId="{6431ECF0-1575-4A50-93AB-6518119378B6}" type="pres">
      <dgm:prSet presAssocID="{893E4AAC-59C0-414E-98F3-E61B689C2672}" presName="bgRect" presStyleLbl="bgShp" presStyleIdx="1" presStyleCnt="5"/>
      <dgm:spPr/>
    </dgm:pt>
    <dgm:pt modelId="{63E4680B-DD72-4CC6-8EE4-391D28B0D8E6}" type="pres">
      <dgm:prSet presAssocID="{893E4AAC-59C0-414E-98F3-E61B689C267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B9752C4D-3A7C-4E60-B2FF-6DF3E79CCA09}" type="pres">
      <dgm:prSet presAssocID="{893E4AAC-59C0-414E-98F3-E61B689C2672}" presName="spaceRect" presStyleCnt="0"/>
      <dgm:spPr/>
    </dgm:pt>
    <dgm:pt modelId="{14E21A88-DC22-461D-BAEA-786051DB4612}" type="pres">
      <dgm:prSet presAssocID="{893E4AAC-59C0-414E-98F3-E61B689C2672}" presName="parTx" presStyleLbl="revTx" presStyleIdx="1" presStyleCnt="5">
        <dgm:presLayoutVars>
          <dgm:chMax val="0"/>
          <dgm:chPref val="0"/>
        </dgm:presLayoutVars>
      </dgm:prSet>
      <dgm:spPr/>
    </dgm:pt>
    <dgm:pt modelId="{4A1D9ED1-2F59-4C0E-96FC-4EE61DFF3625}" type="pres">
      <dgm:prSet presAssocID="{59176E1E-2A74-4614-B947-6D2FDB7ACF2E}" presName="sibTrans" presStyleCnt="0"/>
      <dgm:spPr/>
    </dgm:pt>
    <dgm:pt modelId="{B875AEE9-443F-4726-99EB-CF5EAC599373}" type="pres">
      <dgm:prSet presAssocID="{0CF973C3-63E3-4D20-9AC2-C1525E2882F6}" presName="compNode" presStyleCnt="0"/>
      <dgm:spPr/>
    </dgm:pt>
    <dgm:pt modelId="{C4F14F61-EC49-43B2-813B-AF431ED57197}" type="pres">
      <dgm:prSet presAssocID="{0CF973C3-63E3-4D20-9AC2-C1525E2882F6}" presName="bgRect" presStyleLbl="bgShp" presStyleIdx="2" presStyleCnt="5"/>
      <dgm:spPr/>
    </dgm:pt>
    <dgm:pt modelId="{3E754A7F-869E-47CD-B138-3844B280BB8F}" type="pres">
      <dgm:prSet presAssocID="{0CF973C3-63E3-4D20-9AC2-C1525E2882F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gloo"/>
        </a:ext>
      </dgm:extLst>
    </dgm:pt>
    <dgm:pt modelId="{CE1A8AB4-306F-4254-B137-7B7B4080763A}" type="pres">
      <dgm:prSet presAssocID="{0CF973C3-63E3-4D20-9AC2-C1525E2882F6}" presName="spaceRect" presStyleCnt="0"/>
      <dgm:spPr/>
    </dgm:pt>
    <dgm:pt modelId="{2079CD14-BF72-4120-85CC-79387AEF1F8B}" type="pres">
      <dgm:prSet presAssocID="{0CF973C3-63E3-4D20-9AC2-C1525E2882F6}" presName="parTx" presStyleLbl="revTx" presStyleIdx="2" presStyleCnt="5">
        <dgm:presLayoutVars>
          <dgm:chMax val="0"/>
          <dgm:chPref val="0"/>
        </dgm:presLayoutVars>
      </dgm:prSet>
      <dgm:spPr/>
    </dgm:pt>
    <dgm:pt modelId="{9CD2EE75-41FF-40F8-A621-A5FFF7EC3FE0}" type="pres">
      <dgm:prSet presAssocID="{654300BC-1BD3-4DCB-9E7A-F1A4532415A5}" presName="sibTrans" presStyleCnt="0"/>
      <dgm:spPr/>
    </dgm:pt>
    <dgm:pt modelId="{72F32614-625D-46AA-A0D9-6DEE04EF2F80}" type="pres">
      <dgm:prSet presAssocID="{6032B786-656E-4F09-898E-78B17678BF3E}" presName="compNode" presStyleCnt="0"/>
      <dgm:spPr/>
    </dgm:pt>
    <dgm:pt modelId="{88E8CA70-04BB-4057-B351-B1D95E582B21}" type="pres">
      <dgm:prSet presAssocID="{6032B786-656E-4F09-898E-78B17678BF3E}" presName="bgRect" presStyleLbl="bgShp" presStyleIdx="3" presStyleCnt="5"/>
      <dgm:spPr/>
    </dgm:pt>
    <dgm:pt modelId="{DDC6905D-C465-4C37-9B6D-5CF25D868F4E}" type="pres">
      <dgm:prSet presAssocID="{6032B786-656E-4F09-898E-78B17678BF3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B2DDF27D-38F1-43C6-9AFF-8F82F21CA178}" type="pres">
      <dgm:prSet presAssocID="{6032B786-656E-4F09-898E-78B17678BF3E}" presName="spaceRect" presStyleCnt="0"/>
      <dgm:spPr/>
    </dgm:pt>
    <dgm:pt modelId="{BBA3F1CB-956F-4229-8023-6445E1AB31D7}" type="pres">
      <dgm:prSet presAssocID="{6032B786-656E-4F09-898E-78B17678BF3E}" presName="parTx" presStyleLbl="revTx" presStyleIdx="3" presStyleCnt="5">
        <dgm:presLayoutVars>
          <dgm:chMax val="0"/>
          <dgm:chPref val="0"/>
        </dgm:presLayoutVars>
      </dgm:prSet>
      <dgm:spPr/>
    </dgm:pt>
    <dgm:pt modelId="{7A5CC0EC-40B2-4A5E-933D-9C2EECEE79B5}" type="pres">
      <dgm:prSet presAssocID="{B74CB791-14DF-490D-80AD-F386BE80DFDA}" presName="sibTrans" presStyleCnt="0"/>
      <dgm:spPr/>
    </dgm:pt>
    <dgm:pt modelId="{3A79D8A8-F692-48B9-9414-56BBBFE73BE2}" type="pres">
      <dgm:prSet presAssocID="{42C45CD0-7334-4B4E-8A8E-33EBE4017E4D}" presName="compNode" presStyleCnt="0"/>
      <dgm:spPr/>
    </dgm:pt>
    <dgm:pt modelId="{B7A40191-80CF-4BE5-B399-E10499C8DB19}" type="pres">
      <dgm:prSet presAssocID="{42C45CD0-7334-4B4E-8A8E-33EBE4017E4D}" presName="bgRect" presStyleLbl="bgShp" presStyleIdx="4" presStyleCnt="5"/>
      <dgm:spPr/>
    </dgm:pt>
    <dgm:pt modelId="{0CB7A31A-3AD6-4294-920E-9534E3402FB6}" type="pres">
      <dgm:prSet presAssocID="{42C45CD0-7334-4B4E-8A8E-33EBE4017E4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rk scene"/>
        </a:ext>
      </dgm:extLst>
    </dgm:pt>
    <dgm:pt modelId="{04069BD5-D503-4521-9874-5E42F2DDE78B}" type="pres">
      <dgm:prSet presAssocID="{42C45CD0-7334-4B4E-8A8E-33EBE4017E4D}" presName="spaceRect" presStyleCnt="0"/>
      <dgm:spPr/>
    </dgm:pt>
    <dgm:pt modelId="{E75FD670-4A6B-4CE5-AB8A-52E784952758}" type="pres">
      <dgm:prSet presAssocID="{42C45CD0-7334-4B4E-8A8E-33EBE4017E4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99D0A36-8EF7-4E0E-B202-2648C056E0BF}" srcId="{44493F4D-E1F9-4D49-B088-94175FEF222E}" destId="{4F30D3C8-50DD-4D67-90EC-8DEC88BEDAAA}" srcOrd="0" destOrd="0" parTransId="{24840536-7F30-4D25-B5A2-632AF6BA9F5F}" sibTransId="{2EBE3430-4FBB-45EC-95DA-BED42BA51BDA}"/>
    <dgm:cxn modelId="{611B2539-0419-4C68-A3EC-AC4717E828F5}" srcId="{44493F4D-E1F9-4D49-B088-94175FEF222E}" destId="{42C45CD0-7334-4B4E-8A8E-33EBE4017E4D}" srcOrd="4" destOrd="0" parTransId="{25D5865B-4D09-40BF-97FA-33BA77534997}" sibTransId="{E4200731-2BBC-43EB-BA8B-B1672D216A4C}"/>
    <dgm:cxn modelId="{C3BF873E-43F4-453C-AB1B-BB741D9B23A9}" type="presOf" srcId="{0CF973C3-63E3-4D20-9AC2-C1525E2882F6}" destId="{2079CD14-BF72-4120-85CC-79387AEF1F8B}" srcOrd="0" destOrd="0" presId="urn:microsoft.com/office/officeart/2018/2/layout/IconVerticalSolidList"/>
    <dgm:cxn modelId="{BF562A48-3F39-4179-9B2C-764970552CAA}" srcId="{44493F4D-E1F9-4D49-B088-94175FEF222E}" destId="{6032B786-656E-4F09-898E-78B17678BF3E}" srcOrd="3" destOrd="0" parTransId="{594CB0D5-4F4D-4C90-8757-AA0B1F3B7989}" sibTransId="{B74CB791-14DF-490D-80AD-F386BE80DFDA}"/>
    <dgm:cxn modelId="{46C60852-8705-4EBB-ABAB-3D558797402A}" type="presOf" srcId="{893E4AAC-59C0-414E-98F3-E61B689C2672}" destId="{14E21A88-DC22-461D-BAEA-786051DB4612}" srcOrd="0" destOrd="0" presId="urn:microsoft.com/office/officeart/2018/2/layout/IconVerticalSolidList"/>
    <dgm:cxn modelId="{5A0EF378-6DCE-43C8-8B8E-A349D2202AA7}" type="presOf" srcId="{4F30D3C8-50DD-4D67-90EC-8DEC88BEDAAA}" destId="{C09EE83C-1DD6-4228-9E6D-3DF4D4B21CE2}" srcOrd="0" destOrd="0" presId="urn:microsoft.com/office/officeart/2018/2/layout/IconVerticalSolidList"/>
    <dgm:cxn modelId="{9B94FBBA-66E5-4E3E-8375-0F473D50E72D}" type="presOf" srcId="{44493F4D-E1F9-4D49-B088-94175FEF222E}" destId="{4FD0CD2E-F054-40B9-9C34-A22B025139F7}" srcOrd="0" destOrd="0" presId="urn:microsoft.com/office/officeart/2018/2/layout/IconVerticalSolidList"/>
    <dgm:cxn modelId="{DB1FE5D0-5DD5-47DE-9194-7560600DA7EC}" srcId="{44493F4D-E1F9-4D49-B088-94175FEF222E}" destId="{0CF973C3-63E3-4D20-9AC2-C1525E2882F6}" srcOrd="2" destOrd="0" parTransId="{261E2F63-53DD-453B-9C94-3488D8EBBB25}" sibTransId="{654300BC-1BD3-4DCB-9E7A-F1A4532415A5}"/>
    <dgm:cxn modelId="{A3393EE4-F01E-4E11-B8DC-370F962F0E59}" srcId="{44493F4D-E1F9-4D49-B088-94175FEF222E}" destId="{893E4AAC-59C0-414E-98F3-E61B689C2672}" srcOrd="1" destOrd="0" parTransId="{A6066360-61B1-4548-BCB5-92043C8D0492}" sibTransId="{59176E1E-2A74-4614-B947-6D2FDB7ACF2E}"/>
    <dgm:cxn modelId="{C45A31EB-C843-4E27-BE5C-972F5EFA4C66}" type="presOf" srcId="{6032B786-656E-4F09-898E-78B17678BF3E}" destId="{BBA3F1CB-956F-4229-8023-6445E1AB31D7}" srcOrd="0" destOrd="0" presId="urn:microsoft.com/office/officeart/2018/2/layout/IconVerticalSolidList"/>
    <dgm:cxn modelId="{7C24CCF5-B7B3-4164-8C93-280117CEEFFA}" type="presOf" srcId="{42C45CD0-7334-4B4E-8A8E-33EBE4017E4D}" destId="{E75FD670-4A6B-4CE5-AB8A-52E784952758}" srcOrd="0" destOrd="0" presId="urn:microsoft.com/office/officeart/2018/2/layout/IconVerticalSolidList"/>
    <dgm:cxn modelId="{0EF64957-21ED-4ADE-8C3D-85DFE9333E66}" type="presParOf" srcId="{4FD0CD2E-F054-40B9-9C34-A22B025139F7}" destId="{1DBD1D60-3845-4AC9-B6F6-EF21A5766B2E}" srcOrd="0" destOrd="0" presId="urn:microsoft.com/office/officeart/2018/2/layout/IconVerticalSolidList"/>
    <dgm:cxn modelId="{7836DE13-7026-4DC3-92F9-0A0773140EC4}" type="presParOf" srcId="{1DBD1D60-3845-4AC9-B6F6-EF21A5766B2E}" destId="{B09F3F1A-B2F1-44A4-96EA-45FDA9AEFF71}" srcOrd="0" destOrd="0" presId="urn:microsoft.com/office/officeart/2018/2/layout/IconVerticalSolidList"/>
    <dgm:cxn modelId="{FB14A7FF-DC74-4A3D-989A-4ECBDCC0429C}" type="presParOf" srcId="{1DBD1D60-3845-4AC9-B6F6-EF21A5766B2E}" destId="{884F8C61-D296-45D7-9455-9FE2F9BA8CC2}" srcOrd="1" destOrd="0" presId="urn:microsoft.com/office/officeart/2018/2/layout/IconVerticalSolidList"/>
    <dgm:cxn modelId="{43419E31-2E31-4938-A606-8B81F384DB9C}" type="presParOf" srcId="{1DBD1D60-3845-4AC9-B6F6-EF21A5766B2E}" destId="{3C95D7B2-D858-4644-BD8E-C68A0A4FD30C}" srcOrd="2" destOrd="0" presId="urn:microsoft.com/office/officeart/2018/2/layout/IconVerticalSolidList"/>
    <dgm:cxn modelId="{A93B635D-AAB0-4251-9A0A-562C3BD5859F}" type="presParOf" srcId="{1DBD1D60-3845-4AC9-B6F6-EF21A5766B2E}" destId="{C09EE83C-1DD6-4228-9E6D-3DF4D4B21CE2}" srcOrd="3" destOrd="0" presId="urn:microsoft.com/office/officeart/2018/2/layout/IconVerticalSolidList"/>
    <dgm:cxn modelId="{7D57013F-1836-4F55-A557-9B0B0DF03673}" type="presParOf" srcId="{4FD0CD2E-F054-40B9-9C34-A22B025139F7}" destId="{469A9E11-0EC8-4806-B4FE-071496996125}" srcOrd="1" destOrd="0" presId="urn:microsoft.com/office/officeart/2018/2/layout/IconVerticalSolidList"/>
    <dgm:cxn modelId="{DA951825-C1EC-49B4-93C7-11AAEDC24C8F}" type="presParOf" srcId="{4FD0CD2E-F054-40B9-9C34-A22B025139F7}" destId="{66B88DD4-B766-43CF-A940-E06C30450B62}" srcOrd="2" destOrd="0" presId="urn:microsoft.com/office/officeart/2018/2/layout/IconVerticalSolidList"/>
    <dgm:cxn modelId="{E37125D7-20FB-4907-A0A3-5B66DEA2F2C0}" type="presParOf" srcId="{66B88DD4-B766-43CF-A940-E06C30450B62}" destId="{6431ECF0-1575-4A50-93AB-6518119378B6}" srcOrd="0" destOrd="0" presId="urn:microsoft.com/office/officeart/2018/2/layout/IconVerticalSolidList"/>
    <dgm:cxn modelId="{0D0AC733-6E2F-4120-A198-09479E1B544B}" type="presParOf" srcId="{66B88DD4-B766-43CF-A940-E06C30450B62}" destId="{63E4680B-DD72-4CC6-8EE4-391D28B0D8E6}" srcOrd="1" destOrd="0" presId="urn:microsoft.com/office/officeart/2018/2/layout/IconVerticalSolidList"/>
    <dgm:cxn modelId="{B45D5A57-270C-4449-A0BC-B6D68753FE8B}" type="presParOf" srcId="{66B88DD4-B766-43CF-A940-E06C30450B62}" destId="{B9752C4D-3A7C-4E60-B2FF-6DF3E79CCA09}" srcOrd="2" destOrd="0" presId="urn:microsoft.com/office/officeart/2018/2/layout/IconVerticalSolidList"/>
    <dgm:cxn modelId="{E7951FFC-6123-469B-87E0-4A006E5B7F78}" type="presParOf" srcId="{66B88DD4-B766-43CF-A940-E06C30450B62}" destId="{14E21A88-DC22-461D-BAEA-786051DB4612}" srcOrd="3" destOrd="0" presId="urn:microsoft.com/office/officeart/2018/2/layout/IconVerticalSolidList"/>
    <dgm:cxn modelId="{95ADC624-D86A-429C-8C92-5D986D7E7FCC}" type="presParOf" srcId="{4FD0CD2E-F054-40B9-9C34-A22B025139F7}" destId="{4A1D9ED1-2F59-4C0E-96FC-4EE61DFF3625}" srcOrd="3" destOrd="0" presId="urn:microsoft.com/office/officeart/2018/2/layout/IconVerticalSolidList"/>
    <dgm:cxn modelId="{805B55BF-B45B-4734-BF80-E62241F31C85}" type="presParOf" srcId="{4FD0CD2E-F054-40B9-9C34-A22B025139F7}" destId="{B875AEE9-443F-4726-99EB-CF5EAC599373}" srcOrd="4" destOrd="0" presId="urn:microsoft.com/office/officeart/2018/2/layout/IconVerticalSolidList"/>
    <dgm:cxn modelId="{D98D73B6-ECC1-401C-BC86-C2AC30A69E60}" type="presParOf" srcId="{B875AEE9-443F-4726-99EB-CF5EAC599373}" destId="{C4F14F61-EC49-43B2-813B-AF431ED57197}" srcOrd="0" destOrd="0" presId="urn:microsoft.com/office/officeart/2018/2/layout/IconVerticalSolidList"/>
    <dgm:cxn modelId="{D6173DE1-5363-47F0-880D-12BF57B45934}" type="presParOf" srcId="{B875AEE9-443F-4726-99EB-CF5EAC599373}" destId="{3E754A7F-869E-47CD-B138-3844B280BB8F}" srcOrd="1" destOrd="0" presId="urn:microsoft.com/office/officeart/2018/2/layout/IconVerticalSolidList"/>
    <dgm:cxn modelId="{3D4F8A54-BA7F-4CD4-B20E-D3E4D4CB5BCE}" type="presParOf" srcId="{B875AEE9-443F-4726-99EB-CF5EAC599373}" destId="{CE1A8AB4-306F-4254-B137-7B7B4080763A}" srcOrd="2" destOrd="0" presId="urn:microsoft.com/office/officeart/2018/2/layout/IconVerticalSolidList"/>
    <dgm:cxn modelId="{A8BC0393-61BB-4144-86DB-5A46BBA80E61}" type="presParOf" srcId="{B875AEE9-443F-4726-99EB-CF5EAC599373}" destId="{2079CD14-BF72-4120-85CC-79387AEF1F8B}" srcOrd="3" destOrd="0" presId="urn:microsoft.com/office/officeart/2018/2/layout/IconVerticalSolidList"/>
    <dgm:cxn modelId="{1FB8ED91-FBE4-45FB-B2BD-36D7ACEAF8DE}" type="presParOf" srcId="{4FD0CD2E-F054-40B9-9C34-A22B025139F7}" destId="{9CD2EE75-41FF-40F8-A621-A5FFF7EC3FE0}" srcOrd="5" destOrd="0" presId="urn:microsoft.com/office/officeart/2018/2/layout/IconVerticalSolidList"/>
    <dgm:cxn modelId="{8230FFD1-D943-40B5-9DCC-59FB42CDC837}" type="presParOf" srcId="{4FD0CD2E-F054-40B9-9C34-A22B025139F7}" destId="{72F32614-625D-46AA-A0D9-6DEE04EF2F80}" srcOrd="6" destOrd="0" presId="urn:microsoft.com/office/officeart/2018/2/layout/IconVerticalSolidList"/>
    <dgm:cxn modelId="{EFC54959-C35E-4F02-9777-377A7B8F9FFD}" type="presParOf" srcId="{72F32614-625D-46AA-A0D9-6DEE04EF2F80}" destId="{88E8CA70-04BB-4057-B351-B1D95E582B21}" srcOrd="0" destOrd="0" presId="urn:microsoft.com/office/officeart/2018/2/layout/IconVerticalSolidList"/>
    <dgm:cxn modelId="{FD1BC1B8-A0ED-4686-B107-858B18954674}" type="presParOf" srcId="{72F32614-625D-46AA-A0D9-6DEE04EF2F80}" destId="{DDC6905D-C465-4C37-9B6D-5CF25D868F4E}" srcOrd="1" destOrd="0" presId="urn:microsoft.com/office/officeart/2018/2/layout/IconVerticalSolidList"/>
    <dgm:cxn modelId="{4EAEFE7D-853C-4513-B578-1DF401DF3587}" type="presParOf" srcId="{72F32614-625D-46AA-A0D9-6DEE04EF2F80}" destId="{B2DDF27D-38F1-43C6-9AFF-8F82F21CA178}" srcOrd="2" destOrd="0" presId="urn:microsoft.com/office/officeart/2018/2/layout/IconVerticalSolidList"/>
    <dgm:cxn modelId="{7D21C9A2-79B7-49FC-AAF9-8F1B6BE02E26}" type="presParOf" srcId="{72F32614-625D-46AA-A0D9-6DEE04EF2F80}" destId="{BBA3F1CB-956F-4229-8023-6445E1AB31D7}" srcOrd="3" destOrd="0" presId="urn:microsoft.com/office/officeart/2018/2/layout/IconVerticalSolidList"/>
    <dgm:cxn modelId="{39A18F2E-53C1-410A-8E12-26841DDFA825}" type="presParOf" srcId="{4FD0CD2E-F054-40B9-9C34-A22B025139F7}" destId="{7A5CC0EC-40B2-4A5E-933D-9C2EECEE79B5}" srcOrd="7" destOrd="0" presId="urn:microsoft.com/office/officeart/2018/2/layout/IconVerticalSolidList"/>
    <dgm:cxn modelId="{78C7D024-AE8E-4D2F-A550-8D274671739D}" type="presParOf" srcId="{4FD0CD2E-F054-40B9-9C34-A22B025139F7}" destId="{3A79D8A8-F692-48B9-9414-56BBBFE73BE2}" srcOrd="8" destOrd="0" presId="urn:microsoft.com/office/officeart/2018/2/layout/IconVerticalSolidList"/>
    <dgm:cxn modelId="{52639F16-4889-44E7-8076-27234DBCFC85}" type="presParOf" srcId="{3A79D8A8-F692-48B9-9414-56BBBFE73BE2}" destId="{B7A40191-80CF-4BE5-B399-E10499C8DB19}" srcOrd="0" destOrd="0" presId="urn:microsoft.com/office/officeart/2018/2/layout/IconVerticalSolidList"/>
    <dgm:cxn modelId="{833B38DD-1B50-4CDF-862B-0D429882358A}" type="presParOf" srcId="{3A79D8A8-F692-48B9-9414-56BBBFE73BE2}" destId="{0CB7A31A-3AD6-4294-920E-9534E3402FB6}" srcOrd="1" destOrd="0" presId="urn:microsoft.com/office/officeart/2018/2/layout/IconVerticalSolidList"/>
    <dgm:cxn modelId="{01CB157E-92B8-4802-BFC4-FB9E54CD9E2B}" type="presParOf" srcId="{3A79D8A8-F692-48B9-9414-56BBBFE73BE2}" destId="{04069BD5-D503-4521-9874-5E42F2DDE78B}" srcOrd="2" destOrd="0" presId="urn:microsoft.com/office/officeart/2018/2/layout/IconVerticalSolidList"/>
    <dgm:cxn modelId="{367FD880-CDF0-4F9B-B939-CC8E07CEE265}" type="presParOf" srcId="{3A79D8A8-F692-48B9-9414-56BBBFE73BE2}" destId="{E75FD670-4A6B-4CE5-AB8A-52E78495275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18EC32-2672-4ECE-AB9D-640D89AB1DD3}">
      <dsp:nvSpPr>
        <dsp:cNvPr id="0" name=""/>
        <dsp:cNvSpPr/>
      </dsp:nvSpPr>
      <dsp:spPr>
        <a:xfrm>
          <a:off x="0" y="0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761FF-1342-467A-8CE7-BD88C43F94D0}">
      <dsp:nvSpPr>
        <dsp:cNvPr id="0" name=""/>
        <dsp:cNvSpPr/>
      </dsp:nvSpPr>
      <dsp:spPr>
        <a:xfrm>
          <a:off x="0" y="0"/>
          <a:ext cx="109728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0" y="0"/>
        <a:ext cx="10972800" cy="565745"/>
      </dsp:txXfrm>
    </dsp:sp>
    <dsp:sp modelId="{8AB1EE87-87DC-456D-BA65-C3E4940F045B}">
      <dsp:nvSpPr>
        <dsp:cNvPr id="0" name=""/>
        <dsp:cNvSpPr/>
      </dsp:nvSpPr>
      <dsp:spPr>
        <a:xfrm>
          <a:off x="0" y="565745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615BF3-B3CB-456C-A997-50D96BDB2059}">
      <dsp:nvSpPr>
        <dsp:cNvPr id="0" name=""/>
        <dsp:cNvSpPr/>
      </dsp:nvSpPr>
      <dsp:spPr>
        <a:xfrm>
          <a:off x="0" y="565745"/>
          <a:ext cx="109728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Objectives</a:t>
          </a:r>
        </a:p>
      </dsp:txBody>
      <dsp:txXfrm>
        <a:off x="0" y="565745"/>
        <a:ext cx="10972800" cy="565745"/>
      </dsp:txXfrm>
    </dsp:sp>
    <dsp:sp modelId="{77261B1A-54A6-404C-998E-0D25A059D43A}">
      <dsp:nvSpPr>
        <dsp:cNvPr id="0" name=""/>
        <dsp:cNvSpPr/>
      </dsp:nvSpPr>
      <dsp:spPr>
        <a:xfrm>
          <a:off x="0" y="1131490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2092B0-7000-4FD0-BF00-D96CD215160F}">
      <dsp:nvSpPr>
        <dsp:cNvPr id="0" name=""/>
        <dsp:cNvSpPr/>
      </dsp:nvSpPr>
      <dsp:spPr>
        <a:xfrm>
          <a:off x="0" y="1131490"/>
          <a:ext cx="109728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Related work</a:t>
          </a:r>
        </a:p>
      </dsp:txBody>
      <dsp:txXfrm>
        <a:off x="0" y="1131490"/>
        <a:ext cx="10972800" cy="565745"/>
      </dsp:txXfrm>
    </dsp:sp>
    <dsp:sp modelId="{70EDF891-016D-4B1B-A607-F3D353345504}">
      <dsp:nvSpPr>
        <dsp:cNvPr id="0" name=""/>
        <dsp:cNvSpPr/>
      </dsp:nvSpPr>
      <dsp:spPr>
        <a:xfrm>
          <a:off x="0" y="1697236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64659C-3F0E-4311-ADB3-B4E0E1B2EFA5}">
      <dsp:nvSpPr>
        <dsp:cNvPr id="0" name=""/>
        <dsp:cNvSpPr/>
      </dsp:nvSpPr>
      <dsp:spPr>
        <a:xfrm>
          <a:off x="0" y="1697236"/>
          <a:ext cx="109728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</a:p>
      </dsp:txBody>
      <dsp:txXfrm>
        <a:off x="0" y="1697236"/>
        <a:ext cx="10972800" cy="565745"/>
      </dsp:txXfrm>
    </dsp:sp>
    <dsp:sp modelId="{81457C36-3934-470E-BE34-C4B7812939C2}">
      <dsp:nvSpPr>
        <dsp:cNvPr id="0" name=""/>
        <dsp:cNvSpPr/>
      </dsp:nvSpPr>
      <dsp:spPr>
        <a:xfrm>
          <a:off x="0" y="2262981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8635F-8D7B-4CE2-BCAE-A5CD60AA3E34}">
      <dsp:nvSpPr>
        <dsp:cNvPr id="0" name=""/>
        <dsp:cNvSpPr/>
      </dsp:nvSpPr>
      <dsp:spPr>
        <a:xfrm>
          <a:off x="0" y="2262981"/>
          <a:ext cx="109728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Results</a:t>
          </a:r>
        </a:p>
      </dsp:txBody>
      <dsp:txXfrm>
        <a:off x="0" y="2262981"/>
        <a:ext cx="10972800" cy="565745"/>
      </dsp:txXfrm>
    </dsp:sp>
    <dsp:sp modelId="{C4F0A0B5-7FA7-4773-8745-0F12336D9194}">
      <dsp:nvSpPr>
        <dsp:cNvPr id="0" name=""/>
        <dsp:cNvSpPr/>
      </dsp:nvSpPr>
      <dsp:spPr>
        <a:xfrm>
          <a:off x="0" y="2828726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F7EB5-A798-431F-8AAB-7994C7DBC652}">
      <dsp:nvSpPr>
        <dsp:cNvPr id="0" name=""/>
        <dsp:cNvSpPr/>
      </dsp:nvSpPr>
      <dsp:spPr>
        <a:xfrm>
          <a:off x="0" y="2828726"/>
          <a:ext cx="109728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Conclusions</a:t>
          </a:r>
        </a:p>
      </dsp:txBody>
      <dsp:txXfrm>
        <a:off x="0" y="2828726"/>
        <a:ext cx="10972800" cy="565745"/>
      </dsp:txXfrm>
    </dsp:sp>
    <dsp:sp modelId="{A9330D0C-E396-4206-BEA3-B2E7413A4EF2}">
      <dsp:nvSpPr>
        <dsp:cNvPr id="0" name=""/>
        <dsp:cNvSpPr/>
      </dsp:nvSpPr>
      <dsp:spPr>
        <a:xfrm>
          <a:off x="0" y="3394472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CED85-D41A-40D1-9279-9BC513386E8A}">
      <dsp:nvSpPr>
        <dsp:cNvPr id="0" name=""/>
        <dsp:cNvSpPr/>
      </dsp:nvSpPr>
      <dsp:spPr>
        <a:xfrm>
          <a:off x="0" y="3394472"/>
          <a:ext cx="109728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Our Proposed Work</a:t>
          </a:r>
          <a:endParaRPr lang="en-US" sz="2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394472"/>
        <a:ext cx="10972800" cy="565745"/>
      </dsp:txXfrm>
    </dsp:sp>
    <dsp:sp modelId="{9E10FEE0-FDC1-47F5-8F52-86600301A667}">
      <dsp:nvSpPr>
        <dsp:cNvPr id="0" name=""/>
        <dsp:cNvSpPr/>
      </dsp:nvSpPr>
      <dsp:spPr>
        <a:xfrm>
          <a:off x="0" y="3960217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3B992-5695-4D3F-8086-044883105B73}">
      <dsp:nvSpPr>
        <dsp:cNvPr id="0" name=""/>
        <dsp:cNvSpPr/>
      </dsp:nvSpPr>
      <dsp:spPr>
        <a:xfrm>
          <a:off x="0" y="3960217"/>
          <a:ext cx="109728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References</a:t>
          </a:r>
        </a:p>
      </dsp:txBody>
      <dsp:txXfrm>
        <a:off x="0" y="3960217"/>
        <a:ext cx="10972800" cy="5657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1D6076-D055-4FE1-B47D-63FF7C4F0970}">
      <dsp:nvSpPr>
        <dsp:cNvPr id="0" name=""/>
        <dsp:cNvSpPr/>
      </dsp:nvSpPr>
      <dsp:spPr>
        <a:xfrm>
          <a:off x="0" y="5635"/>
          <a:ext cx="10809515" cy="715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BFEC64-E111-4E8A-BB22-58A82B78A322}">
      <dsp:nvSpPr>
        <dsp:cNvPr id="0" name=""/>
        <dsp:cNvSpPr/>
      </dsp:nvSpPr>
      <dsp:spPr>
        <a:xfrm>
          <a:off x="216582" y="166729"/>
          <a:ext cx="394171" cy="3937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2E9CE-E72F-4D06-A52E-B4ED973D66E1}">
      <dsp:nvSpPr>
        <dsp:cNvPr id="0" name=""/>
        <dsp:cNvSpPr/>
      </dsp:nvSpPr>
      <dsp:spPr>
        <a:xfrm>
          <a:off x="827337" y="5635"/>
          <a:ext cx="9969436" cy="738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42" tIns="78142" rIns="78142" bIns="7814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Automatic Speech Recognition (ASR) converts spoken audio into text.</a:t>
          </a:r>
        </a:p>
      </dsp:txBody>
      <dsp:txXfrm>
        <a:off x="827337" y="5635"/>
        <a:ext cx="9969436" cy="738350"/>
      </dsp:txXfrm>
    </dsp:sp>
    <dsp:sp modelId="{CE4D91F2-A06F-4962-9050-127AE5575018}">
      <dsp:nvSpPr>
        <dsp:cNvPr id="0" name=""/>
        <dsp:cNvSpPr/>
      </dsp:nvSpPr>
      <dsp:spPr>
        <a:xfrm>
          <a:off x="0" y="928572"/>
          <a:ext cx="10809515" cy="715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EC046-B720-4C61-8B93-A56B2C909B45}">
      <dsp:nvSpPr>
        <dsp:cNvPr id="0" name=""/>
        <dsp:cNvSpPr/>
      </dsp:nvSpPr>
      <dsp:spPr>
        <a:xfrm>
          <a:off x="216582" y="1089667"/>
          <a:ext cx="394171" cy="3937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53D305-E2A8-44E4-B8C4-4EC18F169244}">
      <dsp:nvSpPr>
        <dsp:cNvPr id="0" name=""/>
        <dsp:cNvSpPr/>
      </dsp:nvSpPr>
      <dsp:spPr>
        <a:xfrm>
          <a:off x="827337" y="928572"/>
          <a:ext cx="9969436" cy="738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42" tIns="78142" rIns="78142" bIns="7814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Traditional ASR models depend on thousands of hours of labeled speech.</a:t>
          </a:r>
        </a:p>
      </dsp:txBody>
      <dsp:txXfrm>
        <a:off x="827337" y="928572"/>
        <a:ext cx="9969436" cy="738350"/>
      </dsp:txXfrm>
    </dsp:sp>
    <dsp:sp modelId="{34A2E7DA-1985-41BF-8067-7223AB298F43}">
      <dsp:nvSpPr>
        <dsp:cNvPr id="0" name=""/>
        <dsp:cNvSpPr/>
      </dsp:nvSpPr>
      <dsp:spPr>
        <a:xfrm>
          <a:off x="0" y="1851510"/>
          <a:ext cx="10809515" cy="715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9589DD-5295-47B0-B772-F68D9C233B27}">
      <dsp:nvSpPr>
        <dsp:cNvPr id="0" name=""/>
        <dsp:cNvSpPr/>
      </dsp:nvSpPr>
      <dsp:spPr>
        <a:xfrm>
          <a:off x="216582" y="2012605"/>
          <a:ext cx="394171" cy="3937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30843-2A93-4314-AA25-CABEED836DEA}">
      <dsp:nvSpPr>
        <dsp:cNvPr id="0" name=""/>
        <dsp:cNvSpPr/>
      </dsp:nvSpPr>
      <dsp:spPr>
        <a:xfrm>
          <a:off x="827337" y="1851510"/>
          <a:ext cx="9969436" cy="738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42" tIns="78142" rIns="78142" bIns="7814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Labeling speech is expensive and time-consuming.</a:t>
          </a:r>
        </a:p>
      </dsp:txBody>
      <dsp:txXfrm>
        <a:off x="827337" y="1851510"/>
        <a:ext cx="9969436" cy="738350"/>
      </dsp:txXfrm>
    </dsp:sp>
    <dsp:sp modelId="{0D0C1443-999F-4AB6-9CA2-3B00D0AAD16F}">
      <dsp:nvSpPr>
        <dsp:cNvPr id="0" name=""/>
        <dsp:cNvSpPr/>
      </dsp:nvSpPr>
      <dsp:spPr>
        <a:xfrm>
          <a:off x="0" y="2774448"/>
          <a:ext cx="10809515" cy="715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1DA04A-3198-4D7A-ACFB-C65FB9A321F8}">
      <dsp:nvSpPr>
        <dsp:cNvPr id="0" name=""/>
        <dsp:cNvSpPr/>
      </dsp:nvSpPr>
      <dsp:spPr>
        <a:xfrm>
          <a:off x="216582" y="2935542"/>
          <a:ext cx="394171" cy="3937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6FF49-8597-4BE3-A74C-38BE3BB30DE4}">
      <dsp:nvSpPr>
        <dsp:cNvPr id="0" name=""/>
        <dsp:cNvSpPr/>
      </dsp:nvSpPr>
      <dsp:spPr>
        <a:xfrm>
          <a:off x="827337" y="2774448"/>
          <a:ext cx="9969436" cy="738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42" tIns="78142" rIns="78142" bIns="7814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Self-supervised learning (SSL) uses </a:t>
          </a:r>
          <a:r>
            <a:rPr lang="en-US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unlabeled data</a:t>
          </a: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 to learn audio representations.</a:t>
          </a:r>
        </a:p>
      </dsp:txBody>
      <dsp:txXfrm>
        <a:off x="827337" y="2774448"/>
        <a:ext cx="9969436" cy="738350"/>
      </dsp:txXfrm>
    </dsp:sp>
    <dsp:sp modelId="{F5B929A4-FA4E-4614-AA86-4EC2271A4C7F}">
      <dsp:nvSpPr>
        <dsp:cNvPr id="0" name=""/>
        <dsp:cNvSpPr/>
      </dsp:nvSpPr>
      <dsp:spPr>
        <a:xfrm>
          <a:off x="0" y="3697385"/>
          <a:ext cx="10809515" cy="715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F4D1C7-8686-4C4F-816C-0E7F4D1C8503}">
      <dsp:nvSpPr>
        <dsp:cNvPr id="0" name=""/>
        <dsp:cNvSpPr/>
      </dsp:nvSpPr>
      <dsp:spPr>
        <a:xfrm>
          <a:off x="216794" y="3858480"/>
          <a:ext cx="394171" cy="3937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5826BF-3516-480C-A773-2142C5848D81}">
      <dsp:nvSpPr>
        <dsp:cNvPr id="0" name=""/>
        <dsp:cNvSpPr/>
      </dsp:nvSpPr>
      <dsp:spPr>
        <a:xfrm>
          <a:off x="827760" y="3697385"/>
          <a:ext cx="9955886" cy="738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42" tIns="78142" rIns="78142" bIns="7814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wav2vec 2.0 by Facebook AI (2020) applies SSL directly on raw waveforms to learn powerful speech features.</a:t>
          </a:r>
        </a:p>
      </dsp:txBody>
      <dsp:txXfrm>
        <a:off x="827760" y="3697385"/>
        <a:ext cx="9955886" cy="7383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3573B3-C957-459B-9D6D-DAB1EED4DB16}">
      <dsp:nvSpPr>
        <dsp:cNvPr id="0" name=""/>
        <dsp:cNvSpPr/>
      </dsp:nvSpPr>
      <dsp:spPr>
        <a:xfrm>
          <a:off x="4906438" y="868487"/>
          <a:ext cx="6685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8523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3221" y="910712"/>
        <a:ext cx="34956" cy="6991"/>
      </dsp:txXfrm>
    </dsp:sp>
    <dsp:sp modelId="{B6FF5B37-B97B-4BDF-9FBF-7FF337A0E7F6}">
      <dsp:nvSpPr>
        <dsp:cNvPr id="0" name=""/>
        <dsp:cNvSpPr/>
      </dsp:nvSpPr>
      <dsp:spPr>
        <a:xfrm>
          <a:off x="1868572" y="2308"/>
          <a:ext cx="3039665" cy="18237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946" tIns="156345" rIns="148946" bIns="156345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 contextualized speech representations from raw waveforms.</a:t>
          </a:r>
        </a:p>
      </dsp:txBody>
      <dsp:txXfrm>
        <a:off x="1868572" y="2308"/>
        <a:ext cx="3039665" cy="1823799"/>
      </dsp:txXfrm>
    </dsp:sp>
    <dsp:sp modelId="{7A33B8A4-D870-4B8E-89EC-54BB02A7C3CF}">
      <dsp:nvSpPr>
        <dsp:cNvPr id="0" name=""/>
        <dsp:cNvSpPr/>
      </dsp:nvSpPr>
      <dsp:spPr>
        <a:xfrm>
          <a:off x="3388405" y="1824307"/>
          <a:ext cx="3738788" cy="668523"/>
        </a:xfrm>
        <a:custGeom>
          <a:avLst/>
          <a:gdLst/>
          <a:ahLst/>
          <a:cxnLst/>
          <a:rect l="0" t="0" r="0" b="0"/>
          <a:pathLst>
            <a:path>
              <a:moveTo>
                <a:pt x="3738788" y="0"/>
              </a:moveTo>
              <a:lnTo>
                <a:pt x="3738788" y="351361"/>
              </a:lnTo>
              <a:lnTo>
                <a:pt x="0" y="351361"/>
              </a:lnTo>
              <a:lnTo>
                <a:pt x="0" y="668523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62710" y="2155073"/>
        <a:ext cx="190179" cy="6991"/>
      </dsp:txXfrm>
    </dsp:sp>
    <dsp:sp modelId="{AED635A8-4F45-4569-9DD8-850FFD6F471E}">
      <dsp:nvSpPr>
        <dsp:cNvPr id="0" name=""/>
        <dsp:cNvSpPr/>
      </dsp:nvSpPr>
      <dsp:spPr>
        <a:xfrm>
          <a:off x="5607361" y="2308"/>
          <a:ext cx="3039665" cy="18237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946" tIns="156345" rIns="148946" bIns="156345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Show that pretraining on unlabeled audio improves recognition accuracy.</a:t>
          </a:r>
        </a:p>
      </dsp:txBody>
      <dsp:txXfrm>
        <a:off x="5607361" y="2308"/>
        <a:ext cx="3039665" cy="1823799"/>
      </dsp:txXfrm>
    </dsp:sp>
    <dsp:sp modelId="{6A16BCF7-CF2D-4B32-BC88-B6EDE4574F4E}">
      <dsp:nvSpPr>
        <dsp:cNvPr id="0" name=""/>
        <dsp:cNvSpPr/>
      </dsp:nvSpPr>
      <dsp:spPr>
        <a:xfrm>
          <a:off x="4906438" y="3391410"/>
          <a:ext cx="6685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8523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3221" y="3433634"/>
        <a:ext cx="34956" cy="6991"/>
      </dsp:txXfrm>
    </dsp:sp>
    <dsp:sp modelId="{DD289BCA-367D-4B42-9E22-2B74BA8C857C}">
      <dsp:nvSpPr>
        <dsp:cNvPr id="0" name=""/>
        <dsp:cNvSpPr/>
      </dsp:nvSpPr>
      <dsp:spPr>
        <a:xfrm>
          <a:off x="1868572" y="2525230"/>
          <a:ext cx="3039665" cy="182379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946" tIns="156345" rIns="148946" bIns="156345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Fine-tune with small labeled subsets to reach state-of-the-art performance.</a:t>
          </a:r>
        </a:p>
      </dsp:txBody>
      <dsp:txXfrm>
        <a:off x="1868572" y="2525230"/>
        <a:ext cx="3039665" cy="1823799"/>
      </dsp:txXfrm>
    </dsp:sp>
    <dsp:sp modelId="{724E2092-803F-4661-B32C-69EEEC15BB0C}">
      <dsp:nvSpPr>
        <dsp:cNvPr id="0" name=""/>
        <dsp:cNvSpPr/>
      </dsp:nvSpPr>
      <dsp:spPr>
        <a:xfrm>
          <a:off x="5607361" y="2525230"/>
          <a:ext cx="3039665" cy="18237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946" tIns="156345" rIns="148946" bIns="156345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Demonstrate results better than fully supervised baselines.</a:t>
          </a:r>
        </a:p>
      </dsp:txBody>
      <dsp:txXfrm>
        <a:off x="5607361" y="2525230"/>
        <a:ext cx="3039665" cy="18237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6DB1E-43BC-46CB-89D3-BB72155D55E9}">
      <dsp:nvSpPr>
        <dsp:cNvPr id="0" name=""/>
        <dsp:cNvSpPr/>
      </dsp:nvSpPr>
      <dsp:spPr>
        <a:xfrm>
          <a:off x="15458" y="321503"/>
          <a:ext cx="1464913" cy="146491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0E30AF-A918-4F38-B79D-026D12D4BEF0}">
      <dsp:nvSpPr>
        <dsp:cNvPr id="0" name=""/>
        <dsp:cNvSpPr/>
      </dsp:nvSpPr>
      <dsp:spPr>
        <a:xfrm>
          <a:off x="323089" y="629135"/>
          <a:ext cx="849649" cy="8496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976BE-5DAB-43E7-A27C-83F83B20A78F}">
      <dsp:nvSpPr>
        <dsp:cNvPr id="0" name=""/>
        <dsp:cNvSpPr/>
      </dsp:nvSpPr>
      <dsp:spPr>
        <a:xfrm>
          <a:off x="1794281" y="321503"/>
          <a:ext cx="3453011" cy="1464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wav2vec (2019):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CNN encoder trained with contrastive loss.</a:t>
          </a:r>
        </a:p>
      </dsp:txBody>
      <dsp:txXfrm>
        <a:off x="1794281" y="321503"/>
        <a:ext cx="3453011" cy="1464913"/>
      </dsp:txXfrm>
    </dsp:sp>
    <dsp:sp modelId="{830979E2-4247-433E-A1D9-18D82AF1821B}">
      <dsp:nvSpPr>
        <dsp:cNvPr id="0" name=""/>
        <dsp:cNvSpPr/>
      </dsp:nvSpPr>
      <dsp:spPr>
        <a:xfrm>
          <a:off x="5848954" y="321503"/>
          <a:ext cx="1464913" cy="146491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D7ED77-E57C-4E4C-B57D-2CD8828DD8C0}">
      <dsp:nvSpPr>
        <dsp:cNvPr id="0" name=""/>
        <dsp:cNvSpPr/>
      </dsp:nvSpPr>
      <dsp:spPr>
        <a:xfrm>
          <a:off x="6156585" y="629135"/>
          <a:ext cx="849649" cy="8496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EFC1F4-4FF9-453C-A5DC-C8E600FE8B44}">
      <dsp:nvSpPr>
        <dsp:cNvPr id="0" name=""/>
        <dsp:cNvSpPr/>
      </dsp:nvSpPr>
      <dsp:spPr>
        <a:xfrm>
          <a:off x="7627777" y="321503"/>
          <a:ext cx="3453011" cy="1464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vq-wav2vec (2020):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Introduced quantization to learn discrete units.</a:t>
          </a:r>
        </a:p>
      </dsp:txBody>
      <dsp:txXfrm>
        <a:off x="7627777" y="321503"/>
        <a:ext cx="3453011" cy="1464913"/>
      </dsp:txXfrm>
    </dsp:sp>
    <dsp:sp modelId="{D731299C-734B-473F-B7E1-A340C965C1A0}">
      <dsp:nvSpPr>
        <dsp:cNvPr id="0" name=""/>
        <dsp:cNvSpPr/>
      </dsp:nvSpPr>
      <dsp:spPr>
        <a:xfrm>
          <a:off x="15458" y="2518202"/>
          <a:ext cx="1464913" cy="146491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2FE45-B638-4671-9E2F-9679C4783EAD}">
      <dsp:nvSpPr>
        <dsp:cNvPr id="0" name=""/>
        <dsp:cNvSpPr/>
      </dsp:nvSpPr>
      <dsp:spPr>
        <a:xfrm>
          <a:off x="323089" y="2825834"/>
          <a:ext cx="849649" cy="8496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C8E37-91F9-4D61-8584-F50E085B7C55}">
      <dsp:nvSpPr>
        <dsp:cNvPr id="0" name=""/>
        <dsp:cNvSpPr/>
      </dsp:nvSpPr>
      <dsp:spPr>
        <a:xfrm>
          <a:off x="1794281" y="2518202"/>
          <a:ext cx="3453011" cy="1464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Contrastive Predictive Coding (CPC):</a:t>
          </a: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 Predicted future representations from past context.</a:t>
          </a:r>
        </a:p>
      </dsp:txBody>
      <dsp:txXfrm>
        <a:off x="1794281" y="2518202"/>
        <a:ext cx="3453011" cy="1464913"/>
      </dsp:txXfrm>
    </dsp:sp>
    <dsp:sp modelId="{79FFA6B4-F48F-4CA2-A62F-F4F7A8B81CD5}">
      <dsp:nvSpPr>
        <dsp:cNvPr id="0" name=""/>
        <dsp:cNvSpPr/>
      </dsp:nvSpPr>
      <dsp:spPr>
        <a:xfrm>
          <a:off x="5848954" y="2518202"/>
          <a:ext cx="1464913" cy="146491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2FB5F-3401-49E5-B709-B5F50D30D97F}">
      <dsp:nvSpPr>
        <dsp:cNvPr id="0" name=""/>
        <dsp:cNvSpPr/>
      </dsp:nvSpPr>
      <dsp:spPr>
        <a:xfrm>
          <a:off x="6156585" y="2825834"/>
          <a:ext cx="849649" cy="8496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FD305-B70A-4018-A92B-BD870B380AA7}">
      <dsp:nvSpPr>
        <dsp:cNvPr id="0" name=""/>
        <dsp:cNvSpPr/>
      </dsp:nvSpPr>
      <dsp:spPr>
        <a:xfrm>
          <a:off x="7627777" y="2518202"/>
          <a:ext cx="3453011" cy="1464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wav2vec 2.0 unified these ideas with transformers and masking like BERT.</a:t>
          </a:r>
        </a:p>
      </dsp:txBody>
      <dsp:txXfrm>
        <a:off x="7627777" y="2518202"/>
        <a:ext cx="3453011" cy="14649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F21FD-1788-439C-8846-6322C23AC1B5}">
      <dsp:nvSpPr>
        <dsp:cNvPr id="0" name=""/>
        <dsp:cNvSpPr/>
      </dsp:nvSpPr>
      <dsp:spPr>
        <a:xfrm>
          <a:off x="0" y="294537"/>
          <a:ext cx="8675914" cy="9595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2A8AA6-7B66-4843-9B35-838CAE0B15D0}">
      <dsp:nvSpPr>
        <dsp:cNvPr id="0" name=""/>
        <dsp:cNvSpPr/>
      </dsp:nvSpPr>
      <dsp:spPr>
        <a:xfrm>
          <a:off x="259361" y="538533"/>
          <a:ext cx="471565" cy="4715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77DAB8-39DD-45A6-A9A7-EFC1B9CCEA71}">
      <dsp:nvSpPr>
        <dsp:cNvPr id="0" name=""/>
        <dsp:cNvSpPr/>
      </dsp:nvSpPr>
      <dsp:spPr>
        <a:xfrm>
          <a:off x="990287" y="345620"/>
          <a:ext cx="3904161" cy="857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41" tIns="90741" rIns="90741" bIns="907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Model Variants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90287" y="345620"/>
        <a:ext cx="3904161" cy="857392"/>
      </dsp:txXfrm>
    </dsp:sp>
    <dsp:sp modelId="{7FFB26FF-B61C-408B-BB59-B74B4B0577E3}">
      <dsp:nvSpPr>
        <dsp:cNvPr id="0" name=""/>
        <dsp:cNvSpPr/>
      </dsp:nvSpPr>
      <dsp:spPr>
        <a:xfrm>
          <a:off x="4894449" y="345620"/>
          <a:ext cx="3780496" cy="857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41" tIns="90741" rIns="90741" bIns="907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Base: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12 transformer layers (~95M params)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Large: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24 layers (~317M params)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894449" y="345620"/>
        <a:ext cx="3780496" cy="857392"/>
      </dsp:txXfrm>
    </dsp:sp>
    <dsp:sp modelId="{89B8F603-A340-4235-B217-CCABE58C7C75}">
      <dsp:nvSpPr>
        <dsp:cNvPr id="0" name=""/>
        <dsp:cNvSpPr/>
      </dsp:nvSpPr>
      <dsp:spPr>
        <a:xfrm>
          <a:off x="0" y="1468444"/>
          <a:ext cx="8675914" cy="1100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3227A5-000F-4257-97F1-F1B793499E8A}">
      <dsp:nvSpPr>
        <dsp:cNvPr id="0" name=""/>
        <dsp:cNvSpPr/>
      </dsp:nvSpPr>
      <dsp:spPr>
        <a:xfrm>
          <a:off x="259361" y="1782952"/>
          <a:ext cx="471565" cy="4715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822DB-8FA3-457D-BB82-2F4F1EC9BCCD}">
      <dsp:nvSpPr>
        <dsp:cNvPr id="0" name=""/>
        <dsp:cNvSpPr/>
      </dsp:nvSpPr>
      <dsp:spPr>
        <a:xfrm>
          <a:off x="990287" y="1590039"/>
          <a:ext cx="3904161" cy="857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41" tIns="90741" rIns="90741" bIns="907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Evaluation Metric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90287" y="1590039"/>
        <a:ext cx="3904161" cy="857392"/>
      </dsp:txXfrm>
    </dsp:sp>
    <dsp:sp modelId="{9905DE28-76FF-49C2-94BA-4C6CDEF3D8A8}">
      <dsp:nvSpPr>
        <dsp:cNvPr id="0" name=""/>
        <dsp:cNvSpPr/>
      </dsp:nvSpPr>
      <dsp:spPr>
        <a:xfrm>
          <a:off x="4894449" y="1590039"/>
          <a:ext cx="3780496" cy="857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41" tIns="90741" rIns="90741" bIns="907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Word Error Rate (WER)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= (Substitutions + Deletions + Insertions) / Total words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Lower WER means better transcription accuracy.</a:t>
          </a:r>
        </a:p>
      </dsp:txBody>
      <dsp:txXfrm>
        <a:off x="4894449" y="1590039"/>
        <a:ext cx="3780496" cy="8573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D4E47-54CA-4AFC-9778-8D5AB21286C4}">
      <dsp:nvSpPr>
        <dsp:cNvPr id="0" name=""/>
        <dsp:cNvSpPr/>
      </dsp:nvSpPr>
      <dsp:spPr>
        <a:xfrm>
          <a:off x="0" y="492"/>
          <a:ext cx="10972800" cy="11528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BC438C-2BDB-4F92-8EFA-F3909D7594D0}">
      <dsp:nvSpPr>
        <dsp:cNvPr id="0" name=""/>
        <dsp:cNvSpPr/>
      </dsp:nvSpPr>
      <dsp:spPr>
        <a:xfrm>
          <a:off x="348749" y="259893"/>
          <a:ext cx="634090" cy="6340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C32AC-942F-461F-97B5-E9509ADF9575}">
      <dsp:nvSpPr>
        <dsp:cNvPr id="0" name=""/>
        <dsp:cNvSpPr/>
      </dsp:nvSpPr>
      <dsp:spPr>
        <a:xfrm>
          <a:off x="1331590" y="492"/>
          <a:ext cx="9641209" cy="1152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14" tIns="122014" rIns="122014" bIns="12201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Even with 10 min of labeled data, wav2vec 2.0 performs close to fully supervised systems.</a:t>
          </a:r>
        </a:p>
      </dsp:txBody>
      <dsp:txXfrm>
        <a:off x="1331590" y="492"/>
        <a:ext cx="9641209" cy="1152891"/>
      </dsp:txXfrm>
    </dsp:sp>
    <dsp:sp modelId="{93318E92-2BD1-47D6-B822-B8CD30730332}">
      <dsp:nvSpPr>
        <dsp:cNvPr id="0" name=""/>
        <dsp:cNvSpPr/>
      </dsp:nvSpPr>
      <dsp:spPr>
        <a:xfrm>
          <a:off x="0" y="1441607"/>
          <a:ext cx="10972800" cy="11528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5C8E75-B8CA-447A-99F4-A45A8922AF78}">
      <dsp:nvSpPr>
        <dsp:cNvPr id="0" name=""/>
        <dsp:cNvSpPr/>
      </dsp:nvSpPr>
      <dsp:spPr>
        <a:xfrm>
          <a:off x="348749" y="1701008"/>
          <a:ext cx="634090" cy="6340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D34B95-D9E6-4B95-9B3E-4D2198E6FA8D}">
      <dsp:nvSpPr>
        <dsp:cNvPr id="0" name=""/>
        <dsp:cNvSpPr/>
      </dsp:nvSpPr>
      <dsp:spPr>
        <a:xfrm>
          <a:off x="1331590" y="1441607"/>
          <a:ext cx="9641209" cy="1152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14" tIns="122014" rIns="122014" bIns="12201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Larger unlabeled datasets improve downstream results.</a:t>
          </a:r>
        </a:p>
      </dsp:txBody>
      <dsp:txXfrm>
        <a:off x="1331590" y="1441607"/>
        <a:ext cx="9641209" cy="1152891"/>
      </dsp:txXfrm>
    </dsp:sp>
    <dsp:sp modelId="{EEE7CF7E-44D6-47EF-A98E-FF7CEB5EBFF1}">
      <dsp:nvSpPr>
        <dsp:cNvPr id="0" name=""/>
        <dsp:cNvSpPr/>
      </dsp:nvSpPr>
      <dsp:spPr>
        <a:xfrm>
          <a:off x="0" y="2882722"/>
          <a:ext cx="10972800" cy="11528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440B4D-B509-47E3-A93C-F1FAA27413C3}">
      <dsp:nvSpPr>
        <dsp:cNvPr id="0" name=""/>
        <dsp:cNvSpPr/>
      </dsp:nvSpPr>
      <dsp:spPr>
        <a:xfrm>
          <a:off x="348749" y="3142123"/>
          <a:ext cx="634090" cy="6340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09387-0439-4FD1-89D2-EAD4071779AE}">
      <dsp:nvSpPr>
        <dsp:cNvPr id="0" name=""/>
        <dsp:cNvSpPr/>
      </dsp:nvSpPr>
      <dsp:spPr>
        <a:xfrm>
          <a:off x="1331590" y="2882722"/>
          <a:ext cx="9641209" cy="1152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14" tIns="122014" rIns="122014" bIns="12201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Fine-tuning is lightweight and efficient.</a:t>
          </a:r>
        </a:p>
      </dsp:txBody>
      <dsp:txXfrm>
        <a:off x="1331590" y="2882722"/>
        <a:ext cx="9641209" cy="115289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C035A-C3F7-4A2C-8289-44D3188A44EF}">
      <dsp:nvSpPr>
        <dsp:cNvPr id="0" name=""/>
        <dsp:cNvSpPr/>
      </dsp:nvSpPr>
      <dsp:spPr>
        <a:xfrm>
          <a:off x="0" y="236988"/>
          <a:ext cx="10972800" cy="13551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5A5DA7-D5DB-4587-9B9F-4033C1BAD214}">
      <dsp:nvSpPr>
        <dsp:cNvPr id="0" name=""/>
        <dsp:cNvSpPr/>
      </dsp:nvSpPr>
      <dsp:spPr>
        <a:xfrm>
          <a:off x="409929" y="541894"/>
          <a:ext cx="745326" cy="74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4FAF7-9D29-495F-9FA3-5DCCC0605AA2}">
      <dsp:nvSpPr>
        <dsp:cNvPr id="0" name=""/>
        <dsp:cNvSpPr/>
      </dsp:nvSpPr>
      <dsp:spPr>
        <a:xfrm>
          <a:off x="1565184" y="236988"/>
          <a:ext cx="9406085" cy="1355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419" tIns="143419" rIns="143419" bIns="14341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Title: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State-of-the-Art Speech Recognition Model Comparison</a:t>
          </a:r>
        </a:p>
      </dsp:txBody>
      <dsp:txXfrm>
        <a:off x="1565184" y="236988"/>
        <a:ext cx="9406085" cy="1355138"/>
      </dsp:txXfrm>
    </dsp:sp>
    <dsp:sp modelId="{46D66C17-333B-4153-A3DC-7A1AE44EF477}">
      <dsp:nvSpPr>
        <dsp:cNvPr id="0" name=""/>
        <dsp:cNvSpPr/>
      </dsp:nvSpPr>
      <dsp:spPr>
        <a:xfrm>
          <a:off x="0" y="1930911"/>
          <a:ext cx="10972800" cy="23580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9EB586-FE60-4697-BEC1-1172198B6A82}">
      <dsp:nvSpPr>
        <dsp:cNvPr id="0" name=""/>
        <dsp:cNvSpPr/>
      </dsp:nvSpPr>
      <dsp:spPr>
        <a:xfrm>
          <a:off x="409929" y="2737279"/>
          <a:ext cx="745326" cy="74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9C30BD-6894-47D5-8E44-8F7CCB659194}">
      <dsp:nvSpPr>
        <dsp:cNvPr id="0" name=""/>
        <dsp:cNvSpPr/>
      </dsp:nvSpPr>
      <dsp:spPr>
        <a:xfrm>
          <a:off x="1565184" y="2432373"/>
          <a:ext cx="4937760" cy="1355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419" tIns="143419" rIns="143419" bIns="14341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Goal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65184" y="2432373"/>
        <a:ext cx="4937760" cy="1355138"/>
      </dsp:txXfrm>
    </dsp:sp>
    <dsp:sp modelId="{AF334276-1B61-447B-89EE-873FEB8918C0}">
      <dsp:nvSpPr>
        <dsp:cNvPr id="0" name=""/>
        <dsp:cNvSpPr/>
      </dsp:nvSpPr>
      <dsp:spPr>
        <a:xfrm>
          <a:off x="6502944" y="2432373"/>
          <a:ext cx="4468325" cy="1355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419" tIns="143419" rIns="143419" bIns="14341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Extend wav2vec 2.0 work by comparing it with other leading ASR models.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Focus on performance across 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accuracy, speed, and memory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502944" y="2432373"/>
        <a:ext cx="4468325" cy="135513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3162B4-FEBD-41DE-B171-ED5B2F4D3D55}">
      <dsp:nvSpPr>
        <dsp:cNvPr id="0" name=""/>
        <dsp:cNvSpPr/>
      </dsp:nvSpPr>
      <dsp:spPr>
        <a:xfrm>
          <a:off x="0" y="198123"/>
          <a:ext cx="10276115" cy="14743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76E7BD-917D-433E-BDA3-F0A4D5321F92}">
      <dsp:nvSpPr>
        <dsp:cNvPr id="0" name=""/>
        <dsp:cNvSpPr/>
      </dsp:nvSpPr>
      <dsp:spPr>
        <a:xfrm>
          <a:off x="373675" y="595578"/>
          <a:ext cx="679409" cy="6794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BA139-85E5-4355-9DE3-EF6736E390C9}">
      <dsp:nvSpPr>
        <dsp:cNvPr id="0" name=""/>
        <dsp:cNvSpPr/>
      </dsp:nvSpPr>
      <dsp:spPr>
        <a:xfrm>
          <a:off x="1426759" y="317638"/>
          <a:ext cx="4624251" cy="1235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735" tIns="130735" rIns="130735" bIns="13073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Datasets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26759" y="317638"/>
        <a:ext cx="4624251" cy="1235289"/>
      </dsp:txXfrm>
    </dsp:sp>
    <dsp:sp modelId="{82A8C35E-67CE-4FCB-9402-1B3BD2075641}">
      <dsp:nvSpPr>
        <dsp:cNvPr id="0" name=""/>
        <dsp:cNvSpPr/>
      </dsp:nvSpPr>
      <dsp:spPr>
        <a:xfrm>
          <a:off x="6051011" y="317638"/>
          <a:ext cx="4223709" cy="1235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735" tIns="130735" rIns="130735" bIns="13073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CommonVoice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2 (from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kaggle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LJSpeech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(from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kaggle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</dsp:txBody>
      <dsp:txXfrm>
        <a:off x="6051011" y="317638"/>
        <a:ext cx="4223709" cy="1235289"/>
      </dsp:txXfrm>
    </dsp:sp>
    <dsp:sp modelId="{ED9F1041-9289-4F6C-A43A-69831E91BF50}">
      <dsp:nvSpPr>
        <dsp:cNvPr id="0" name=""/>
        <dsp:cNvSpPr/>
      </dsp:nvSpPr>
      <dsp:spPr>
        <a:xfrm>
          <a:off x="0" y="1981264"/>
          <a:ext cx="10276115" cy="194629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7E832-088A-4351-AACA-A0E8FFBC0871}">
      <dsp:nvSpPr>
        <dsp:cNvPr id="0" name=""/>
        <dsp:cNvSpPr/>
      </dsp:nvSpPr>
      <dsp:spPr>
        <a:xfrm>
          <a:off x="373675" y="2614708"/>
          <a:ext cx="679409" cy="6794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8558E-E376-43A8-A884-5F6330D7237A}">
      <dsp:nvSpPr>
        <dsp:cNvPr id="0" name=""/>
        <dsp:cNvSpPr/>
      </dsp:nvSpPr>
      <dsp:spPr>
        <a:xfrm>
          <a:off x="1426759" y="2336768"/>
          <a:ext cx="4624251" cy="1235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735" tIns="130735" rIns="130735" bIns="13073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Metrics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26759" y="2336768"/>
        <a:ext cx="4624251" cy="1235289"/>
      </dsp:txXfrm>
    </dsp:sp>
    <dsp:sp modelId="{3869657B-EB64-4263-9A95-B05AC8A1A7E1}">
      <dsp:nvSpPr>
        <dsp:cNvPr id="0" name=""/>
        <dsp:cNvSpPr/>
      </dsp:nvSpPr>
      <dsp:spPr>
        <a:xfrm>
          <a:off x="6051011" y="2336768"/>
          <a:ext cx="4223709" cy="1235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735" tIns="130735" rIns="130735" bIns="13073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Word Error Rate (WER)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Character Error Rate (CER)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Processing time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Memory usage</a:t>
          </a:r>
        </a:p>
      </dsp:txBody>
      <dsp:txXfrm>
        <a:off x="6051011" y="2336768"/>
        <a:ext cx="4223709" cy="123528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FF830-A920-4E5E-A66C-A9D5DF345BAF}">
      <dsp:nvSpPr>
        <dsp:cNvPr id="0" name=""/>
        <dsp:cNvSpPr/>
      </dsp:nvSpPr>
      <dsp:spPr>
        <a:xfrm>
          <a:off x="1266" y="563638"/>
          <a:ext cx="4446816" cy="28237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B9573C-CB2C-4EB7-81B1-D76BFA4E3B43}">
      <dsp:nvSpPr>
        <dsp:cNvPr id="0" name=""/>
        <dsp:cNvSpPr/>
      </dsp:nvSpPr>
      <dsp:spPr>
        <a:xfrm>
          <a:off x="495357" y="1033024"/>
          <a:ext cx="4446816" cy="2823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Identify which model offers the </a:t>
          </a:r>
          <a:r>
            <a:rPr lang="en-US" sz="3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best balance between accuracy and efficiency</a:t>
          </a:r>
          <a:endParaRPr lang="en-US" sz="3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8061" y="1115728"/>
        <a:ext cx="4281408" cy="2658320"/>
      </dsp:txXfrm>
    </dsp:sp>
    <dsp:sp modelId="{0D60F7F2-7548-43BB-9667-83D7EB5527C3}">
      <dsp:nvSpPr>
        <dsp:cNvPr id="0" name=""/>
        <dsp:cNvSpPr/>
      </dsp:nvSpPr>
      <dsp:spPr>
        <a:xfrm>
          <a:off x="5436265" y="563638"/>
          <a:ext cx="4446816" cy="28237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B0EB1E-9425-4901-9C0D-632933A6C33E}">
      <dsp:nvSpPr>
        <dsp:cNvPr id="0" name=""/>
        <dsp:cNvSpPr/>
      </dsp:nvSpPr>
      <dsp:spPr>
        <a:xfrm>
          <a:off x="5930356" y="1033024"/>
          <a:ext cx="4446816" cy="2823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Validate </a:t>
          </a:r>
          <a:r>
            <a:rPr lang="en-US" sz="3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wav2vec 2.0</a:t>
          </a:r>
          <a:r>
            <a:rPr 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as an effective </a:t>
          </a:r>
          <a:r>
            <a:rPr lang="en-US" sz="3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self-supervised baseline</a:t>
          </a:r>
          <a:r>
            <a:rPr 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for speech recognition</a:t>
          </a:r>
        </a:p>
      </dsp:txBody>
      <dsp:txXfrm>
        <a:off x="6013060" y="1115728"/>
        <a:ext cx="4281408" cy="265832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F3F1A-B2F1-44A4-96EA-45FDA9AEFF71}">
      <dsp:nvSpPr>
        <dsp:cNvPr id="0" name=""/>
        <dsp:cNvSpPr/>
      </dsp:nvSpPr>
      <dsp:spPr>
        <a:xfrm>
          <a:off x="0" y="5742"/>
          <a:ext cx="10972800" cy="6336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4F8C61-D296-45D7-9455-9FE2F9BA8CC2}">
      <dsp:nvSpPr>
        <dsp:cNvPr id="0" name=""/>
        <dsp:cNvSpPr/>
      </dsp:nvSpPr>
      <dsp:spPr>
        <a:xfrm>
          <a:off x="191667" y="148304"/>
          <a:ext cx="348826" cy="3484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9EE83C-1DD6-4228-9E6D-3DF4D4B21CE2}">
      <dsp:nvSpPr>
        <dsp:cNvPr id="0" name=""/>
        <dsp:cNvSpPr/>
      </dsp:nvSpPr>
      <dsp:spPr>
        <a:xfrm>
          <a:off x="732161" y="5742"/>
          <a:ext cx="10174858" cy="75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30" tIns="79630" rIns="79630" bIns="7963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Baevski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et al. (2020) – wav2vec 2.0: A Framework for Self-Supervised Learning of Speech Representations.</a:t>
          </a:r>
        </a:p>
      </dsp:txBody>
      <dsp:txXfrm>
        <a:off x="732161" y="5742"/>
        <a:ext cx="10174858" cy="752413"/>
      </dsp:txXfrm>
    </dsp:sp>
    <dsp:sp modelId="{6431ECF0-1575-4A50-93AB-6518119378B6}">
      <dsp:nvSpPr>
        <dsp:cNvPr id="0" name=""/>
        <dsp:cNvSpPr/>
      </dsp:nvSpPr>
      <dsp:spPr>
        <a:xfrm>
          <a:off x="0" y="946258"/>
          <a:ext cx="10972800" cy="6336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E4680B-DD72-4CC6-8EE4-391D28B0D8E6}">
      <dsp:nvSpPr>
        <dsp:cNvPr id="0" name=""/>
        <dsp:cNvSpPr/>
      </dsp:nvSpPr>
      <dsp:spPr>
        <a:xfrm>
          <a:off x="191667" y="1088821"/>
          <a:ext cx="348826" cy="3484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21A88-DC22-461D-BAEA-786051DB4612}">
      <dsp:nvSpPr>
        <dsp:cNvPr id="0" name=""/>
        <dsp:cNvSpPr/>
      </dsp:nvSpPr>
      <dsp:spPr>
        <a:xfrm>
          <a:off x="732161" y="946258"/>
          <a:ext cx="10174858" cy="75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30" tIns="79630" rIns="79630" bIns="7963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Radford et al. (2023) – Whisper: Robust Speech Recognition via Large-Scale Pretraining.</a:t>
          </a:r>
        </a:p>
      </dsp:txBody>
      <dsp:txXfrm>
        <a:off x="732161" y="946258"/>
        <a:ext cx="10174858" cy="752413"/>
      </dsp:txXfrm>
    </dsp:sp>
    <dsp:sp modelId="{C4F14F61-EC49-43B2-813B-AF431ED57197}">
      <dsp:nvSpPr>
        <dsp:cNvPr id="0" name=""/>
        <dsp:cNvSpPr/>
      </dsp:nvSpPr>
      <dsp:spPr>
        <a:xfrm>
          <a:off x="0" y="1886774"/>
          <a:ext cx="10972800" cy="6336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754A7F-869E-47CD-B138-3844B280BB8F}">
      <dsp:nvSpPr>
        <dsp:cNvPr id="0" name=""/>
        <dsp:cNvSpPr/>
      </dsp:nvSpPr>
      <dsp:spPr>
        <a:xfrm>
          <a:off x="191667" y="2029337"/>
          <a:ext cx="348826" cy="3484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9CD14-BF72-4120-85CC-79387AEF1F8B}">
      <dsp:nvSpPr>
        <dsp:cNvPr id="0" name=""/>
        <dsp:cNvSpPr/>
      </dsp:nvSpPr>
      <dsp:spPr>
        <a:xfrm>
          <a:off x="732161" y="1886774"/>
          <a:ext cx="10174858" cy="75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30" tIns="79630" rIns="79630" bIns="7963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Schneider et al. (2019) – wav2vec: Unsupervised Pre-Training for Speech Recognition.</a:t>
          </a:r>
        </a:p>
      </dsp:txBody>
      <dsp:txXfrm>
        <a:off x="732161" y="1886774"/>
        <a:ext cx="10174858" cy="752413"/>
      </dsp:txXfrm>
    </dsp:sp>
    <dsp:sp modelId="{88E8CA70-04BB-4057-B351-B1D95E582B21}">
      <dsp:nvSpPr>
        <dsp:cNvPr id="0" name=""/>
        <dsp:cNvSpPr/>
      </dsp:nvSpPr>
      <dsp:spPr>
        <a:xfrm>
          <a:off x="0" y="2827291"/>
          <a:ext cx="10972800" cy="6336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C6905D-C465-4C37-9B6D-5CF25D868F4E}">
      <dsp:nvSpPr>
        <dsp:cNvPr id="0" name=""/>
        <dsp:cNvSpPr/>
      </dsp:nvSpPr>
      <dsp:spPr>
        <a:xfrm>
          <a:off x="191667" y="2969853"/>
          <a:ext cx="348826" cy="3484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3F1CB-956F-4229-8023-6445E1AB31D7}">
      <dsp:nvSpPr>
        <dsp:cNvPr id="0" name=""/>
        <dsp:cNvSpPr/>
      </dsp:nvSpPr>
      <dsp:spPr>
        <a:xfrm>
          <a:off x="732161" y="2827291"/>
          <a:ext cx="10174858" cy="75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30" tIns="79630" rIns="79630" bIns="7963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Devlin et al. (2018) – BERT: Pre-Training of Deep Bidirectional Transformers.</a:t>
          </a:r>
        </a:p>
      </dsp:txBody>
      <dsp:txXfrm>
        <a:off x="732161" y="2827291"/>
        <a:ext cx="10174858" cy="752413"/>
      </dsp:txXfrm>
    </dsp:sp>
    <dsp:sp modelId="{B7A40191-80CF-4BE5-B399-E10499C8DB19}">
      <dsp:nvSpPr>
        <dsp:cNvPr id="0" name=""/>
        <dsp:cNvSpPr/>
      </dsp:nvSpPr>
      <dsp:spPr>
        <a:xfrm>
          <a:off x="0" y="3767807"/>
          <a:ext cx="10972800" cy="6336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B7A31A-3AD6-4294-920E-9534E3402FB6}">
      <dsp:nvSpPr>
        <dsp:cNvPr id="0" name=""/>
        <dsp:cNvSpPr/>
      </dsp:nvSpPr>
      <dsp:spPr>
        <a:xfrm>
          <a:off x="191667" y="3910370"/>
          <a:ext cx="348826" cy="3484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FD670-4A6B-4CE5-AB8A-52E784952758}">
      <dsp:nvSpPr>
        <dsp:cNvPr id="0" name=""/>
        <dsp:cNvSpPr/>
      </dsp:nvSpPr>
      <dsp:spPr>
        <a:xfrm>
          <a:off x="732161" y="3767807"/>
          <a:ext cx="10174858" cy="75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30" tIns="79630" rIns="79630" bIns="7963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Park et al. (2019) – </a:t>
          </a:r>
          <a:r>
            <a:rPr lang="en-IN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SpecAugment</a:t>
          </a: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A Simple Data Augmentation Method for Speech Recognition.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32161" y="3767807"/>
        <a:ext cx="10174858" cy="7524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7BB25-EA28-458C-9BEB-E185ECB03206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6C60F1-D9D7-452D-8F51-4FED64DC93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84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C60F1-D9D7-452D-8F51-4FED64DC932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366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NimbusRomNo9L-Regu"/>
              </a:rPr>
              <a:t>Face detection(AdaBoost classifier) and extraction of facial landmarks(68) were done using the face-alignment method available in PyTorch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C60F1-D9D7-452D-8F51-4FED64DC932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29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6AF33-FE8D-0F43-AD85-A52C3F99ED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05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406776"/>
            <a:ext cx="10972800" cy="14700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533400"/>
            <a:ext cx="8534400" cy="1752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4F0F3-24E1-4FEA-9150-3ED778817A4D}" type="datetimeFigureOut">
              <a:rPr lang="en-US"/>
              <a:pPr>
                <a:defRPr/>
              </a:pPr>
              <a:t>11/13/2025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283" y="274639"/>
            <a:ext cx="11333316" cy="846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283" y="1600201"/>
            <a:ext cx="10972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44BC7-56F9-4E43-ADAF-DDFD7D739370}" type="datetimeFigureOut">
              <a:rPr lang="en-US"/>
              <a:pPr>
                <a:defRPr/>
              </a:pPr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F66FE96-7082-4275-8480-8E137B3422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BC88B-1D0C-43DE-B958-659244EAF7DF}" type="datetimeFigureOut">
              <a:rPr lang="en-US"/>
              <a:pPr>
                <a:defRPr/>
              </a:pPr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BF8F53CE-C738-412C-BB10-594FF92FA1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12192A-E72E-4314-BE6A-1F0A319E599B}" type="datetimeFigureOut">
              <a:rPr lang="en-US"/>
              <a:pPr>
                <a:defRPr/>
              </a:pPr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29FE80B-D460-4A0B-ABF9-C8BCEBDFD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0A440-C240-4BC4-A0FF-554628E557D7}" type="datetimeFigureOut">
              <a:rPr lang="en-US"/>
              <a:pPr>
                <a:defRPr/>
              </a:pPr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4EC7972-CB53-45A8-AF6F-23D870EDF8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 txBox="1">
            <a:spLocks/>
          </p:cNvSpPr>
          <p:nvPr userDrawn="1"/>
        </p:nvSpPr>
        <p:spPr>
          <a:xfrm>
            <a:off x="203200" y="6432550"/>
            <a:ext cx="1117600" cy="501650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12073121-80F2-4A27-A972-3FCE9B2C70D8}" type="slidenum">
              <a:rPr lang="en-US" sz="1200">
                <a:solidFill>
                  <a:schemeClr val="bg1">
                    <a:lumMod val="50000"/>
                  </a:schemeClr>
                </a:solidFill>
                <a:latin typeface="+mn-lt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 bwMode="auto">
          <a:xfrm>
            <a:off x="452968" y="274639"/>
            <a:ext cx="11332633" cy="846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96800" y="632460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034C992-68AD-4F2E-8AAE-90B6BB4DC0D4}" type="datetimeFigureOut">
              <a:rPr lang="en-US"/>
              <a:pPr>
                <a:defRPr/>
              </a:pPr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4" r:id="rId3"/>
    <p:sldLayoutId id="2147483676" r:id="rId4"/>
    <p:sldLayoutId id="2147483677" r:id="rId5"/>
  </p:sldLayoutIdLst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Georgia" pitchFamily="18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eorgia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eorgia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eorgia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eorg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eorg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eorg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eorg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eorgia" pitchFamily="18" charset="0"/>
        </a:defRPr>
      </a:lvl9pPr>
    </p:titleStyle>
    <p:bodyStyle>
      <a:lvl1pPr marL="342900" indent="-342900" algn="l" rtl="0" fontAlgn="base">
        <a:lnSpc>
          <a:spcPct val="90000"/>
        </a:lnSpc>
        <a:spcBef>
          <a:spcPts val="600"/>
        </a:spcBef>
        <a:spcAft>
          <a:spcPts val="600"/>
        </a:spcAft>
        <a:buClr>
          <a:srgbClr val="FFC000"/>
        </a:buClr>
        <a:buFont typeface="Arial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lnSpc>
          <a:spcPct val="90000"/>
        </a:lnSpc>
        <a:spcBef>
          <a:spcPts val="400"/>
        </a:spcBef>
        <a:spcAft>
          <a:spcPts val="400"/>
        </a:spcAft>
        <a:buClr>
          <a:srgbClr val="FFC000"/>
        </a:buClr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charset="0"/>
        </a:defRPr>
      </a:lvl2pPr>
      <a:lvl3pPr marL="1143000" indent="-228600" algn="l" rtl="0" fontAlgn="base">
        <a:lnSpc>
          <a:spcPct val="90000"/>
        </a:lnSpc>
        <a:spcBef>
          <a:spcPts val="350"/>
        </a:spcBef>
        <a:spcAft>
          <a:spcPts val="350"/>
        </a:spcAft>
        <a:buClr>
          <a:srgbClr val="FFC000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Arial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Arial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87925" y="2127739"/>
            <a:ext cx="12001500" cy="147710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Self-Supervised Learning for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using wav2vec 2.0</a:t>
            </a:r>
          </a:p>
        </p:txBody>
      </p:sp>
      <p:sp>
        <p:nvSpPr>
          <p:cNvPr id="13315" name="Subtitle 2"/>
          <p:cNvSpPr>
            <a:spLocks noGrp="1"/>
          </p:cNvSpPr>
          <p:nvPr>
            <p:ph type="subTitle" idx="1"/>
          </p:nvPr>
        </p:nvSpPr>
        <p:spPr>
          <a:xfrm>
            <a:off x="271096" y="4206943"/>
            <a:ext cx="11649807" cy="2118947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Presenters: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 Teja Muthangi (W862g253)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Kavya Sri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Modepu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(N572v597)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Wichita state University, Wichita, USA. </a:t>
            </a:r>
          </a:p>
          <a:p>
            <a:pPr algn="ctr"/>
            <a:r>
              <a:rPr lang="en-US" dirty="0">
                <a:latin typeface="Arial" charset="0"/>
                <a:cs typeface="Arial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EDCD2-5FD9-3C4F-AFDF-44E03558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27BE05-F0D2-9334-563B-C2BEB4B233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7596856"/>
              </p:ext>
            </p:extLst>
          </p:nvPr>
        </p:nvGraphicFramePr>
        <p:xfrm>
          <a:off x="452283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45330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283" y="265846"/>
            <a:ext cx="11333316" cy="846239"/>
          </a:xfrm>
        </p:spPr>
        <p:txBody>
          <a:bodyPr/>
          <a:lstStyle/>
          <a:p>
            <a:r>
              <a:rPr lang="en-US"/>
              <a:t>Introduction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6B6C5-BAF3-469A-A5A0-A357F5CDD1A8}"/>
              </a:ext>
            </a:extLst>
          </p:cNvPr>
          <p:cNvSpPr txBox="1"/>
          <p:nvPr/>
        </p:nvSpPr>
        <p:spPr>
          <a:xfrm>
            <a:off x="5638800" y="30099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E5936A96-B8AC-463C-DDED-9FDAE87A48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5768649"/>
              </p:ext>
            </p:extLst>
          </p:nvPr>
        </p:nvGraphicFramePr>
        <p:xfrm>
          <a:off x="696685" y="1687286"/>
          <a:ext cx="10809515" cy="4441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7813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283" y="274639"/>
            <a:ext cx="11333316" cy="731201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extBox 11">
            <a:extLst>
              <a:ext uri="{FF2B5EF4-FFF2-40B4-BE49-F238E27FC236}">
                <a16:creationId xmlns:a16="http://schemas.microsoft.com/office/drawing/2014/main" id="{CD9989B8-B89D-A268-A8F1-BEDAA2641D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597634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3823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38DFEE-617D-7E1D-0B00-808740671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extBox 5">
            <a:extLst>
              <a:ext uri="{FF2B5EF4-FFF2-40B4-BE49-F238E27FC236}">
                <a16:creationId xmlns:a16="http://schemas.microsoft.com/office/drawing/2014/main" id="{178DAA60-0C0C-578B-34C7-019A722B6B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9119156"/>
              </p:ext>
            </p:extLst>
          </p:nvPr>
        </p:nvGraphicFramePr>
        <p:xfrm>
          <a:off x="452283" y="1872343"/>
          <a:ext cx="11096247" cy="4304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9337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60F0EB-44F6-B471-3E0F-9B279386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8" y="274638"/>
            <a:ext cx="11333162" cy="846137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E706DB7-FD4C-51FE-3F0E-8F11F38751A8}"/>
                  </a:ext>
                </a:extLst>
              </p:cNvPr>
              <p:cNvSpPr txBox="1"/>
              <p:nvPr/>
            </p:nvSpPr>
            <p:spPr>
              <a:xfrm>
                <a:off x="452438" y="1774371"/>
                <a:ext cx="10831258" cy="341811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 Components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Encoder (CNN):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Converts raw audio into latent representations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+mn-cs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800100" lvl="1"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 Network (Transformer):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Builds contextualized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+mn-cs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800100" lvl="1"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Quantization Module: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Converts latent features into discrete units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+mn-cs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product quantization.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E706DB7-FD4C-51FE-3F0E-8F11F3875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38" y="1774371"/>
                <a:ext cx="10831258" cy="3418115"/>
              </a:xfrm>
              <a:prstGeom prst="rect">
                <a:avLst/>
              </a:prstGeom>
              <a:blipFill>
                <a:blip r:embed="rId3"/>
                <a:stretch>
                  <a:fillRect l="-732" t="-24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8353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C2045-6D60-6A0C-E04B-55DE69EE5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7DE448-BCD2-A060-3C58-DDE1C637A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894114" y="2496901"/>
            <a:ext cx="7226237" cy="3370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B63F18-0B96-346A-3A3B-3BF5833103C6}"/>
              </a:ext>
            </a:extLst>
          </p:cNvPr>
          <p:cNvSpPr txBox="1"/>
          <p:nvPr/>
        </p:nvSpPr>
        <p:spPr>
          <a:xfrm>
            <a:off x="914400" y="1850571"/>
            <a:ext cx="9470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Illustration of framework which jointly learns contextualized speech representations and an inventory of discretized speech units.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886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6EB5-83A8-8962-BFA1-279204BBF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A3B07-D2AB-99C8-8DF5-9A694A0E41DB}"/>
              </a:ext>
            </a:extLst>
          </p:cNvPr>
          <p:cNvSpPr txBox="1"/>
          <p:nvPr/>
        </p:nvSpPr>
        <p:spPr>
          <a:xfrm>
            <a:off x="762000" y="1774372"/>
            <a:ext cx="918754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</a:t>
            </a:r>
          </a:p>
          <a:p>
            <a:pPr marL="742950" lvl="1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Masking: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segments of latent features are masked.</a:t>
            </a:r>
          </a:p>
          <a:p>
            <a:pPr marL="742950" lvl="1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Contrastive Learning: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predicts correct quantized units among negatives.</a:t>
            </a:r>
          </a:p>
          <a:p>
            <a:pPr marL="742950" lvl="1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Contrastive loss - encourages accurate prediction.</a:t>
            </a:r>
          </a:p>
          <a:p>
            <a:pPr marL="1200150" lvl="2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 loss - ensures codebook usage.</a:t>
            </a:r>
          </a:p>
          <a:p>
            <a:pPr marL="742950" lvl="1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linear layer + CTC loss for transcription.</a:t>
            </a:r>
          </a:p>
          <a:p>
            <a:pPr marL="1200150" lvl="2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small labeled datasets.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704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157C-6155-8FB4-7F83-7CE93D684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AF8C3E-4273-D67B-DE3C-ECE451339AF0}"/>
              </a:ext>
            </a:extLst>
          </p:cNvPr>
          <p:cNvSpPr txBox="1"/>
          <p:nvPr/>
        </p:nvSpPr>
        <p:spPr>
          <a:xfrm>
            <a:off x="707572" y="1534886"/>
            <a:ext cx="10278776" cy="39950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A3D7D0-BF40-A80B-F7B8-926FDC15E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927750"/>
              </p:ext>
            </p:extLst>
          </p:nvPr>
        </p:nvGraphicFramePr>
        <p:xfrm>
          <a:off x="609600" y="1887584"/>
          <a:ext cx="10972800" cy="1890447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61461249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66647218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79614480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49617140"/>
                    </a:ext>
                  </a:extLst>
                </a:gridCol>
              </a:tblGrid>
              <a:tr h="396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0095259"/>
                  </a:ext>
                </a:extLst>
              </a:tr>
              <a:tr h="396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Unlabeled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LibriSpeech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960h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034336"/>
                  </a:ext>
                </a:extLst>
              </a:tr>
              <a:tr h="396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Unlabeled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LibriVox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60,000h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Large-scale SSL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756263"/>
                  </a:ext>
                </a:extLst>
              </a:tr>
              <a:tr h="693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Labeled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LibriSpeech subsets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10m / 1h / 10h / 100h / 960h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2722"/>
                  </a:ext>
                </a:extLst>
              </a:tr>
            </a:tbl>
          </a:graphicData>
        </a:graphic>
      </p:graphicFrame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9009EF4A-521A-3E9E-F985-F6B129E759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3479410"/>
              </p:ext>
            </p:extLst>
          </p:nvPr>
        </p:nvGraphicFramePr>
        <p:xfrm>
          <a:off x="609600" y="3809379"/>
          <a:ext cx="8675914" cy="2863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4733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0D3E-4B3F-9C4E-00C8-BBA254040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5CC0BD-87DF-5AE8-7B55-B704710D29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3286708"/>
              </p:ext>
            </p:extLst>
          </p:nvPr>
        </p:nvGraphicFramePr>
        <p:xfrm>
          <a:off x="452283" y="2318656"/>
          <a:ext cx="11151888" cy="33854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717296">
                  <a:extLst>
                    <a:ext uri="{9D8B030D-6E8A-4147-A177-3AD203B41FA5}">
                      <a16:colId xmlns:a16="http://schemas.microsoft.com/office/drawing/2014/main" val="1667465341"/>
                    </a:ext>
                  </a:extLst>
                </a:gridCol>
                <a:gridCol w="3717296">
                  <a:extLst>
                    <a:ext uri="{9D8B030D-6E8A-4147-A177-3AD203B41FA5}">
                      <a16:colId xmlns:a16="http://schemas.microsoft.com/office/drawing/2014/main" val="837570407"/>
                    </a:ext>
                  </a:extLst>
                </a:gridCol>
                <a:gridCol w="3717296">
                  <a:extLst>
                    <a:ext uri="{9D8B030D-6E8A-4147-A177-3AD203B41FA5}">
                      <a16:colId xmlns:a16="http://schemas.microsoft.com/office/drawing/2014/main" val="1909786945"/>
                    </a:ext>
                  </a:extLst>
                </a:gridCol>
              </a:tblGrid>
              <a:tr h="846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Test-Clean (</a:t>
                      </a:r>
                      <a:r>
                        <a:rPr lang="en-IN" sz="3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wer</a:t>
                      </a: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Test-Other(</a:t>
                      </a:r>
                      <a:r>
                        <a:rPr lang="en-IN" sz="3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wer</a:t>
                      </a: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683999"/>
                  </a:ext>
                </a:extLst>
              </a:tr>
              <a:tr h="846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min </a:t>
                      </a:r>
                      <a:r>
                        <a:rPr lang="en-IN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labeled</a:t>
                      </a:r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8.2 %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2368930"/>
                  </a:ext>
                </a:extLst>
              </a:tr>
              <a:tr h="846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h </a:t>
                      </a:r>
                      <a:r>
                        <a:rPr lang="en-IN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labeled</a:t>
                      </a:r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5.8 %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394556"/>
                  </a:ext>
                </a:extLst>
              </a:tr>
              <a:tr h="846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960 h labeled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932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6556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9384-AC30-58D8-A186-FB88853AB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7">
            <a:extLst>
              <a:ext uri="{FF2B5EF4-FFF2-40B4-BE49-F238E27FC236}">
                <a16:creationId xmlns:a16="http://schemas.microsoft.com/office/drawing/2014/main" id="{48DCF5F2-4299-B454-FB33-76FB7D697D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9376185"/>
              </p:ext>
            </p:extLst>
          </p:nvPr>
        </p:nvGraphicFramePr>
        <p:xfrm>
          <a:off x="452283" y="2090057"/>
          <a:ext cx="10972800" cy="4036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1585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4310D-ED47-F4F4-FCE3-ADF09B431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Our Proposed Work</a:t>
            </a:r>
            <a:endParaRPr lang="en-IN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9EB19D57-6EA4-CC16-C6D4-06D029E917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1464240"/>
              </p:ext>
            </p:extLst>
          </p:nvPr>
        </p:nvGraphicFramePr>
        <p:xfrm>
          <a:off x="452283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1397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1AF92-627D-7A8B-6589-A3AAB0CF9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Models Compared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F78946-D1F1-61DC-3575-798B843CF6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7078438"/>
              </p:ext>
            </p:extLst>
          </p:nvPr>
        </p:nvGraphicFramePr>
        <p:xfrm>
          <a:off x="370114" y="1807030"/>
          <a:ext cx="11506200" cy="4140878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835400">
                  <a:extLst>
                    <a:ext uri="{9D8B030D-6E8A-4147-A177-3AD203B41FA5}">
                      <a16:colId xmlns:a16="http://schemas.microsoft.com/office/drawing/2014/main" val="2823968056"/>
                    </a:ext>
                  </a:extLst>
                </a:gridCol>
                <a:gridCol w="3835400">
                  <a:extLst>
                    <a:ext uri="{9D8B030D-6E8A-4147-A177-3AD203B41FA5}">
                      <a16:colId xmlns:a16="http://schemas.microsoft.com/office/drawing/2014/main" val="1987765232"/>
                    </a:ext>
                  </a:extLst>
                </a:gridCol>
                <a:gridCol w="3835400">
                  <a:extLst>
                    <a:ext uri="{9D8B030D-6E8A-4147-A177-3AD203B41FA5}">
                      <a16:colId xmlns:a16="http://schemas.microsoft.com/office/drawing/2014/main" val="3848063129"/>
                    </a:ext>
                  </a:extLst>
                </a:gridCol>
              </a:tblGrid>
              <a:tr h="653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611828"/>
                  </a:ext>
                </a:extLst>
              </a:tr>
              <a:tr h="87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wav2vec2-base-100h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Fast, small pretrained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5452494"/>
                  </a:ext>
                </a:extLst>
              </a:tr>
              <a:tr h="653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wav2vec2-base-960h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for comparison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965451"/>
                  </a:ext>
                </a:extLst>
              </a:tr>
              <a:tr h="87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whisper-small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Multilingual encoder-decoder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098862"/>
                  </a:ext>
                </a:extLst>
              </a:tr>
              <a:tr h="653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xlsr-english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xlsr-53 fine-tuned </a:t>
                      </a: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English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111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207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4942-49CA-0379-5C6E-13EA6062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Datasets and Metrics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08997076-0773-3BCE-DA39-96F067AF4C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4592786"/>
              </p:ext>
            </p:extLst>
          </p:nvPr>
        </p:nvGraphicFramePr>
        <p:xfrm>
          <a:off x="903514" y="1828801"/>
          <a:ext cx="10276115" cy="4125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7391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5D87-4C35-3F35-3538-4C073C588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Outcome</a:t>
            </a:r>
            <a:endParaRPr lang="en-IN" dirty="0"/>
          </a:p>
        </p:txBody>
      </p:sp>
      <p:graphicFrame>
        <p:nvGraphicFramePr>
          <p:cNvPr id="7" name="TextBox 5">
            <a:extLst>
              <a:ext uri="{FF2B5EF4-FFF2-40B4-BE49-F238E27FC236}">
                <a16:creationId xmlns:a16="http://schemas.microsoft.com/office/drawing/2014/main" id="{55C3B8E7-302A-97A7-906E-73C0D08C9F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286151"/>
              </p:ext>
            </p:extLst>
          </p:nvPr>
        </p:nvGraphicFramePr>
        <p:xfrm>
          <a:off x="904602" y="1807029"/>
          <a:ext cx="10378440" cy="4420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1048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3C170-B133-588B-4E0B-45841F435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wav2vec 2.0 -&gt; Our Proposed Work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9AD802-50B3-8004-DC2B-DB89D21EB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260293"/>
              </p:ext>
            </p:extLst>
          </p:nvPr>
        </p:nvGraphicFramePr>
        <p:xfrm>
          <a:off x="452283" y="1861457"/>
          <a:ext cx="11228088" cy="419349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5614044">
                  <a:extLst>
                    <a:ext uri="{9D8B030D-6E8A-4147-A177-3AD203B41FA5}">
                      <a16:colId xmlns:a16="http://schemas.microsoft.com/office/drawing/2014/main" val="3626668947"/>
                    </a:ext>
                  </a:extLst>
                </a:gridCol>
                <a:gridCol w="5614044">
                  <a:extLst>
                    <a:ext uri="{9D8B030D-6E8A-4147-A177-3AD203B41FA5}">
                      <a16:colId xmlns:a16="http://schemas.microsoft.com/office/drawing/2014/main" val="324773986"/>
                    </a:ext>
                  </a:extLst>
                </a:gridCol>
              </a:tblGrid>
              <a:tr h="558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Paper (wav2vec 2.0)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Proposed Extension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409437"/>
                  </a:ext>
                </a:extLst>
              </a:tr>
              <a:tr h="558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</a:t>
                      </a: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English-only</a:t>
                      </a: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(LibriSpeech)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datasets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CommonVoice2,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LJSpeech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532290"/>
                  </a:ext>
                </a:extLst>
              </a:tr>
              <a:tr h="558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Studied </a:t>
                      </a: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self-supervised pretraining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Performs </a:t>
                      </a: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state-of-the-art model comparison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826747"/>
                  </a:ext>
                </a:extLst>
              </a:tr>
              <a:tr h="558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only 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wav2vec 2.0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Compares </a:t>
                      </a: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wav2vec2-base, Whisper-small, XLSR-53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50643"/>
                  </a:ext>
                </a:extLst>
              </a:tr>
              <a:tr h="558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Metric: 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 Error Rate (WER)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Metrics: </a:t>
                      </a: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WER, CER, speed, memory usage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3530523"/>
                  </a:ext>
                </a:extLst>
              </a:tr>
              <a:tr h="558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Aimed at </a:t>
                      </a: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from unlabeled data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Aims to 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 cross-model performance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0000004"/>
                  </a:ext>
                </a:extLst>
              </a:tr>
              <a:tr h="558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</a:t>
                      </a: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GPU training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Runs on 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CPU setup for evaluation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5182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810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BE879F-3FA8-E780-8F55-EBF601956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42" y="308716"/>
            <a:ext cx="11333316" cy="84623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1FEFB65-82A3-D8FC-8D92-DE36EEA66E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4281683"/>
              </p:ext>
            </p:extLst>
          </p:nvPr>
        </p:nvGraphicFramePr>
        <p:xfrm>
          <a:off x="452283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0890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BBF7-08DF-614A-B423-E5EDD78CE6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300" y="304800"/>
            <a:ext cx="11878408" cy="98766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1026" name="Picture 2" descr="Earth and question mark from stars Photograph by Johan Swanepoel">
            <a:extLst>
              <a:ext uri="{FF2B5EF4-FFF2-40B4-BE49-F238E27FC236}">
                <a16:creationId xmlns:a16="http://schemas.microsoft.com/office/drawing/2014/main" id="{50E867D1-2AE8-4D5D-98CC-56AAE3FB1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emen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752600"/>
            <a:ext cx="3395663" cy="419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235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">
      <a:dk1>
        <a:sysClr val="windowText" lastClr="000000"/>
      </a:dk1>
      <a:lt1>
        <a:sysClr val="window" lastClr="FFFFFF"/>
      </a:lt1>
      <a:dk2>
        <a:srgbClr val="0070C0"/>
      </a:dk2>
      <a:lt2>
        <a:srgbClr val="EEECE1"/>
      </a:lt2>
      <a:accent1>
        <a:srgbClr val="FEB71A"/>
      </a:accent1>
      <a:accent2>
        <a:srgbClr val="6E81D6"/>
      </a:accent2>
      <a:accent3>
        <a:srgbClr val="705E5F"/>
      </a:accent3>
      <a:accent4>
        <a:srgbClr val="CC823D"/>
      </a:accent4>
      <a:accent5>
        <a:srgbClr val="72A7C0"/>
      </a:accent5>
      <a:accent6>
        <a:srgbClr val="BECC8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6650</TotalTime>
  <Words>769</Words>
  <Application>Microsoft Office PowerPoint</Application>
  <PresentationFormat>Widescreen</PresentationFormat>
  <Paragraphs>147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Cambria Math</vt:lpstr>
      <vt:lpstr>Georgia</vt:lpstr>
      <vt:lpstr>NimbusRomNo9L-Regu</vt:lpstr>
      <vt:lpstr>Times New Roman</vt:lpstr>
      <vt:lpstr>Office Theme</vt:lpstr>
      <vt:lpstr>Self-Supervised Learning for  Speech Recognition using wav2vec 2.0</vt:lpstr>
      <vt:lpstr>Presentation Outline</vt:lpstr>
      <vt:lpstr>Introduction</vt:lpstr>
      <vt:lpstr>Objectives</vt:lpstr>
      <vt:lpstr>Related Work</vt:lpstr>
      <vt:lpstr>Methodology</vt:lpstr>
      <vt:lpstr>Methodology</vt:lpstr>
      <vt:lpstr>Methodology</vt:lpstr>
      <vt:lpstr>Methodology</vt:lpstr>
      <vt:lpstr>Results</vt:lpstr>
      <vt:lpstr>Conclusions</vt:lpstr>
      <vt:lpstr>Our Proposed Work</vt:lpstr>
      <vt:lpstr>Models Compared</vt:lpstr>
      <vt:lpstr>Datasets and Metrics</vt:lpstr>
      <vt:lpstr>Expected Outcome</vt:lpstr>
      <vt:lpstr>From wav2vec 2.0 -&gt; Our Proposed Work</vt:lpstr>
      <vt:lpstr>References</vt:lpstr>
      <vt:lpstr>Thank You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Sri Teja Muthangi</dc:creator>
  <cp:lastModifiedBy>MUTHANGI SRI TEJA</cp:lastModifiedBy>
  <cp:revision>455</cp:revision>
  <dcterms:created xsi:type="dcterms:W3CDTF">2009-12-04T23:34:43Z</dcterms:created>
  <dcterms:modified xsi:type="dcterms:W3CDTF">2025-11-13T17:21:36Z</dcterms:modified>
</cp:coreProperties>
</file>